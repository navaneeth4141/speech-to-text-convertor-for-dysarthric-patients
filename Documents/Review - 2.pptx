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4"/>
  </p:notesMasterIdLst>
  <p:handoutMasterIdLst>
    <p:handoutMasterId r:id="rId21"/>
  </p:handoutMasterIdLst>
  <p:sldIdLst>
    <p:sldId id="712" r:id="rId3"/>
    <p:sldId id="716" r:id="rId5"/>
    <p:sldId id="717" r:id="rId6"/>
    <p:sldId id="718" r:id="rId7"/>
    <p:sldId id="719" r:id="rId8"/>
    <p:sldId id="720" r:id="rId9"/>
    <p:sldId id="721" r:id="rId10"/>
    <p:sldId id="722" r:id="rId11"/>
    <p:sldId id="723" r:id="rId12"/>
    <p:sldId id="724" r:id="rId13"/>
    <p:sldId id="725" r:id="rId14"/>
    <p:sldId id="726" r:id="rId15"/>
    <p:sldId id="727" r:id="rId16"/>
    <p:sldId id="728" r:id="rId17"/>
    <p:sldId id="729" r:id="rId18"/>
    <p:sldId id="730" r:id="rId19"/>
    <p:sldId id="709" r:id="rId20"/>
  </p:sldIdLst>
  <p:sldSz cx="9144000" cy="5143500" type="screen16x9"/>
  <p:notesSz cx="6858000" cy="9296400"/>
  <p:embeddedFontLst>
    <p:embeddedFont>
      <p:font typeface="Garamond" panose="02020404030301010803" charset="0"/>
      <p:regular r:id="rId25"/>
      <p:bold r:id="rId26"/>
      <p: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08" userDrawn="1">
          <p15:clr>
            <a:srgbClr val="A4A3A4"/>
          </p15:clr>
        </p15:guide>
        <p15:guide id="2" orient="horz" pos="302" userDrawn="1">
          <p15:clr>
            <a:srgbClr val="A4A3A4"/>
          </p15:clr>
        </p15:guide>
        <p15:guide id="3" orient="horz" pos="2904" userDrawn="1">
          <p15:clr>
            <a:srgbClr val="A4A3A4"/>
          </p15:clr>
        </p15:guide>
        <p15:guide id="4" orient="horz" pos="511" userDrawn="1">
          <p15:clr>
            <a:srgbClr val="A4A3A4"/>
          </p15:clr>
        </p15:guide>
        <p15:guide id="5" pos="576" userDrawn="1">
          <p15:clr>
            <a:srgbClr val="A4A3A4"/>
          </p15:clr>
        </p15:guide>
        <p15:guide id="7" pos="2908" userDrawn="1">
          <p15:clr>
            <a:srgbClr val="A4A3A4"/>
          </p15:clr>
        </p15:guide>
        <p15:guide id="8" pos="5206" userDrawn="1">
          <p15:clr>
            <a:srgbClr val="A4A3A4"/>
          </p15:clr>
        </p15:guide>
        <p15:guide id="9" pos="65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D7B46E"/>
    <a:srgbClr val="E61E1E"/>
    <a:srgbClr val="FFFF00"/>
    <a:srgbClr val="005094"/>
    <a:srgbClr val="004170"/>
    <a:srgbClr val="959596"/>
    <a:srgbClr val="F0F1F1"/>
    <a:srgbClr val="004670"/>
    <a:srgbClr val="00468C"/>
    <a:srgbClr val="004D8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深色样式 2 - 强调 1/强调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5" autoAdjust="0"/>
    <p:restoredTop sz="89011" autoAdjust="0"/>
  </p:normalViewPr>
  <p:slideViewPr>
    <p:cSldViewPr snapToGrid="0" showGuides="1">
      <p:cViewPr varScale="1">
        <p:scale>
          <a:sx n="112" d="100"/>
          <a:sy n="112" d="100"/>
        </p:scale>
        <p:origin x="547" y="86"/>
      </p:cViewPr>
      <p:guideLst>
        <p:guide orient="horz" pos="2808"/>
        <p:guide orient="horz" pos="302"/>
        <p:guide orient="horz" pos="2904"/>
        <p:guide orient="horz" pos="511"/>
        <p:guide pos="576"/>
        <p:guide pos="2908"/>
        <p:guide pos="5206"/>
        <p:guide pos="653"/>
      </p:guideLst>
    </p:cSldViewPr>
  </p:slideViewPr>
  <p:notesTextViewPr>
    <p:cViewPr>
      <p:scale>
        <a:sx n="100" d="100"/>
        <a:sy n="100" d="100"/>
      </p:scale>
      <p:origin x="0" y="0"/>
    </p:cViewPr>
  </p:notesTextViewPr>
  <p:sorterViewPr>
    <p:cViewPr>
      <p:scale>
        <a:sx n="71" d="100"/>
        <a:sy n="71" d="100"/>
      </p:scale>
      <p:origin x="0" y="0"/>
    </p:cViewPr>
  </p:sorterViewPr>
  <p:notesViewPr>
    <p:cSldViewPr snapToGrid="0">
      <p:cViewPr varScale="1">
        <p:scale>
          <a:sx n="86" d="100"/>
          <a:sy n="86" d="100"/>
        </p:scale>
        <p:origin x="-3894" y="-96"/>
      </p:cViewPr>
      <p:guideLst>
        <p:guide orient="horz" pos="2592"/>
        <p:guide orient="horz" pos="5484"/>
        <p:guide orient="horz" pos="5670"/>
        <p:guide pos="288"/>
        <p:guide pos="4042"/>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font" Target="fonts/font3.fntdata"/><Relationship Id="rId26" Type="http://schemas.openxmlformats.org/officeDocument/2006/relationships/font" Target="fonts/font2.fntdata"/><Relationship Id="rId25" Type="http://schemas.openxmlformats.org/officeDocument/2006/relationships/font" Target="fonts/font1.fntdata"/><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handoutMaster" Target="handoutMasters/handoutMaster1.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12750" y="400050"/>
            <a:ext cx="6197600" cy="3486150"/>
          </a:xfrm>
          <a:prstGeom prst="rect">
            <a:avLst/>
          </a:prstGeom>
          <a:noFill/>
          <a:ln w="12700">
            <a:solidFill>
              <a:prstClr val="black"/>
            </a:solidFill>
          </a:ln>
        </p:spPr>
        <p:txBody>
          <a:bodyPr vert="horz" lIns="93177" tIns="46589" rIns="93177" bIns="46589" rtlCol="0" anchor="ctr"/>
          <a:lstStyle/>
          <a:p>
            <a:endParaRPr lang="en-US"/>
          </a:p>
        </p:txBody>
      </p:sp>
      <p:sp>
        <p:nvSpPr>
          <p:cNvPr id="3" name="Notes Placeholder 2"/>
          <p:cNvSpPr>
            <a:spLocks noGrp="1"/>
          </p:cNvSpPr>
          <p:nvPr>
            <p:ph type="body" sz="quarter" idx="3"/>
          </p:nvPr>
        </p:nvSpPr>
        <p:spPr>
          <a:xfrm>
            <a:off x="685800" y="4416425"/>
            <a:ext cx="5486400" cy="4183063"/>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 bg1="lt1" tx1="dk1" bg2="lt2" tx2="dk2" accent1="accent1" accent2="accent2" accent3="accent3" accent4="accent4" accent5="accent5" accent6="accent6" hlink="hlink" folHlink="folHlink"/>
  <p:hf hdr="0" ftr="0" dt="0"/>
  <p:notesStyle>
    <a:lvl1pPr marL="114300" indent="-114300" algn="l" defTabSz="914400" rtl="0" eaLnBrk="1" latinLnBrk="0" hangingPunct="1">
      <a:spcBef>
        <a:spcPts val="8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1pPr>
    <a:lvl2pPr marL="285750" indent="-113030" algn="l" defTabSz="914400" rtl="0" eaLnBrk="1" latinLnBrk="0" hangingPunct="1">
      <a:spcBef>
        <a:spcPts val="200"/>
      </a:spcBef>
      <a:buFont typeface="Arial" panose="020B060402020202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403225" indent="-117475" algn="l" defTabSz="914400" rtl="0" eaLnBrk="1" latinLnBrk="0" hangingPunct="1">
      <a:spcBef>
        <a:spcPts val="200"/>
      </a:spcBef>
      <a:buFont typeface="Arial" panose="020B0604020202020204" pitchFamily="34" charset="0"/>
      <a:buChar char="•"/>
      <a:defRPr sz="1050" kern="1200">
        <a:solidFill>
          <a:schemeClr val="tx1"/>
        </a:solidFill>
        <a:latin typeface="Arial" panose="020B0604020202020204" pitchFamily="34" charset="0"/>
        <a:ea typeface="+mn-ea"/>
        <a:cs typeface="Arial" panose="020B0604020202020204" pitchFamily="34" charset="0"/>
      </a:defRPr>
    </a:lvl3pPr>
    <a:lvl4pPr marL="570230" indent="-113030" algn="l" defTabSz="914400" rtl="0" eaLnBrk="1" latinLnBrk="0" hangingPunct="1">
      <a:spcBef>
        <a:spcPts val="200"/>
      </a:spcBef>
      <a:buFont typeface="Arial" panose="020B0604020202020204" pitchFamily="34" charset="0"/>
      <a:buChar char="•"/>
      <a:defRPr sz="1050" kern="1200">
        <a:solidFill>
          <a:schemeClr val="tx1"/>
        </a:solidFill>
        <a:latin typeface="Arial" panose="020B0604020202020204" pitchFamily="34" charset="0"/>
        <a:ea typeface="+mn-ea"/>
        <a:cs typeface="Arial" panose="020B0604020202020204" pitchFamily="34" charset="0"/>
      </a:defRPr>
    </a:lvl4pPr>
    <a:lvl5pPr marL="457200" indent="114300" algn="l" defTabSz="914400" rtl="0" eaLnBrk="1" latinLnBrk="0" hangingPunct="1">
      <a:buFont typeface="Arial" panose="020B0604020202020204" pitchFamily="34" charset="0"/>
      <a:buChar char="•"/>
      <a:defRPr sz="1050" kern="1200">
        <a:solidFill>
          <a:schemeClr val="tx1"/>
        </a:solidFill>
        <a:latin typeface="+mn-lt"/>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2750" y="400050"/>
            <a:ext cx="6197600" cy="3486150"/>
          </a:xfrm>
        </p:spPr>
      </p:sp>
      <p:sp>
        <p:nvSpPr>
          <p:cNvPr id="3" name="Notes Placeholder 2"/>
          <p:cNvSpPr>
            <a:spLocks noGrp="1"/>
          </p:cNvSpPr>
          <p:nvPr>
            <p:ph type="body" idx="1"/>
          </p:nvPr>
        </p:nvSpPr>
        <p:spPr/>
        <p:txBody>
          <a:bodyPr/>
          <a:lstStyle/>
          <a:p>
            <a:pPr marL="0" indent="0">
              <a:buFontTx/>
              <a:buNone/>
            </a:pPr>
            <a:endParaRPr lang="en-US" alt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GB"/>
              <a:t>Dysarthria is a motor speech disorder that affects the clarity of speech due to neurological impairments that impact muscle control. Because of this, individuals with dysarthria often produce speech that differs significantly from normal speech patterns. Most existing speech-to-text systems are trained using normal speech datasets, which makes them unreliable for recognizing dysarthric speech.</a:t>
            </a:r>
            <a:endParaRPr lang="en-US" altLang="en-GB"/>
          </a:p>
          <a:p>
            <a:endParaRPr lang="en-US" altLang="en-GB"/>
          </a:p>
          <a:p>
            <a:r>
              <a:rPr lang="en-US" altLang="en-GB"/>
              <a:t>In this project, we propose a deep learning–based framework designed specifically for dysarthric speech recognition. The system processes speech signals through preprocessing, feature extraction, and deep learning–based modeling to generate accurate text transcriptions. The goal of this framework is to improve accessibility and enable better communication support for individuals with dysarthria.</a:t>
            </a:r>
            <a:endParaRPr lang="en-US" alt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marL="0" indent="0">
              <a:buFontTx/>
              <a:buNone/>
            </a:pPr>
            <a:r>
              <a:rPr lang="en-US" altLang="en-GB" dirty="0">
                <a:sym typeface="+mn-ea"/>
              </a:rPr>
              <a:t>Dysarthria is a motor speech disorder that affects the clarity of speech due to neurological impairments that impact muscle control. Because of this, individuals with dysarthria often produce speech that differs significantly from normal speech patterns. Most existing speech-to-text systems are trained using normal speech datasets, which makes them unreliable for recognizing dysarthric speech.</a:t>
            </a:r>
            <a:endParaRPr lang="en-US" altLang="en-GB" dirty="0"/>
          </a:p>
          <a:p>
            <a:pPr marL="0" indent="0">
              <a:buFontTx/>
              <a:buNone/>
            </a:pPr>
            <a:endParaRPr lang="en-US" altLang="en-GB" dirty="0"/>
          </a:p>
          <a:p>
            <a:pPr marL="0" indent="0">
              <a:buFontTx/>
              <a:buNone/>
            </a:pPr>
            <a:r>
              <a:rPr lang="en-US" altLang="en-GB" dirty="0">
                <a:sym typeface="+mn-ea"/>
              </a:rPr>
              <a:t>In this project, we propose a deep learning–based framework designed specifically for dysarthric speech recognition. The system processes speech signals through preprocessing, feature extraction, and deep learning–based modeling to generate accurate text transcriptions. The goal of this framework is to improve accessibility and enable better communication support for individuals with dysarthria.</a:t>
            </a:r>
            <a:endParaRPr lang="en-US" altLang="en-GB" dirty="0"/>
          </a:p>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bg>
      <p:bgPr>
        <a:gradFill flip="none" rotWithShape="1">
          <a:gsLst>
            <a:gs pos="0">
              <a:srgbClr val="F1F2F2"/>
            </a:gs>
            <a:gs pos="100000">
              <a:srgbClr val="EBEBEC"/>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6" name="Rectangle 5"/>
          <p:cNvSpPr/>
          <p:nvPr userDrawn="1"/>
        </p:nvSpPr>
        <p:spPr bwMode="auto">
          <a:xfrm>
            <a:off x="0" y="0"/>
            <a:ext cx="9143999" cy="1718222"/>
          </a:xfrm>
          <a:prstGeom prst="rect">
            <a:avLst/>
          </a:prstGeom>
          <a:gradFill flip="none" rotWithShape="1">
            <a:gsLst>
              <a:gs pos="0">
                <a:srgbClr val="004170"/>
              </a:gs>
              <a:gs pos="50000">
                <a:srgbClr val="005094"/>
              </a:gs>
              <a:gs pos="100000">
                <a:srgbClr val="004170"/>
              </a:gs>
            </a:gsLst>
            <a:path path="circle">
              <a:fillToRect l="100000" t="100000"/>
            </a:path>
            <a:tileRect r="-100000" b="-100000"/>
          </a:gradFill>
          <a:ln w="19050" algn="ctr">
            <a:noFill/>
            <a:miter lim="800000"/>
          </a:ln>
        </p:spPr>
        <p:txBody>
          <a:bodyPr wrap="none" rtlCol="0" anchor="ctr"/>
          <a:lstStyle/>
          <a:p>
            <a:pPr algn="ctr">
              <a:lnSpc>
                <a:spcPct val="90000"/>
              </a:lnSpc>
            </a:pPr>
            <a:endParaRPr lang="en-US" sz="1600" b="1" dirty="0" err="1">
              <a:solidFill>
                <a:schemeClr val="bg1"/>
              </a:solidFill>
              <a:latin typeface="+mj-lt"/>
            </a:endParaRPr>
          </a:p>
        </p:txBody>
      </p:sp>
      <p:sp>
        <p:nvSpPr>
          <p:cNvPr id="35" name="Title 34"/>
          <p:cNvSpPr>
            <a:spLocks noGrp="1"/>
          </p:cNvSpPr>
          <p:nvPr>
            <p:ph type="title" hasCustomPrompt="1"/>
          </p:nvPr>
        </p:nvSpPr>
        <p:spPr>
          <a:xfrm>
            <a:off x="1039439" y="2180420"/>
            <a:ext cx="7069512" cy="517065"/>
          </a:xfrm>
        </p:spPr>
        <p:txBody>
          <a:bodyPr vert="horz" wrap="square" lIns="0" tIns="0" rIns="0" bIns="45720" rtlCol="0" anchor="b">
            <a:spAutoFit/>
          </a:bodyPr>
          <a:lstStyle>
            <a:lvl1pPr marL="0" marR="0" indent="0" algn="l" defTabSz="914400" rtl="0" eaLnBrk="1" fontAlgn="auto" latinLnBrk="0" hangingPunct="1">
              <a:lnSpc>
                <a:spcPct val="90000"/>
              </a:lnSpc>
              <a:spcBef>
                <a:spcPct val="0"/>
              </a:spcBef>
              <a:spcAft>
                <a:spcPts val="0"/>
              </a:spcAft>
              <a:buClrTx/>
              <a:buSzTx/>
              <a:buFontTx/>
              <a:buNone/>
              <a:defRPr kumimoji="0" lang="en-US" sz="3400" b="0" i="0" u="none" strike="noStrike" kern="1200" cap="none" spc="0" normalizeH="0" baseline="0" noProof="0">
                <a:ln>
                  <a:noFill/>
                </a:ln>
                <a:solidFill>
                  <a:srgbClr val="004170"/>
                </a:solidFill>
                <a:effectLst/>
                <a:uLnTx/>
                <a:uFillTx/>
                <a:latin typeface="+mj-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dirty="0"/>
              <a:t>Presentation Title Here</a:t>
            </a:r>
            <a:endParaRPr lang="en-US" dirty="0"/>
          </a:p>
        </p:txBody>
      </p:sp>
      <p:sp>
        <p:nvSpPr>
          <p:cNvPr id="38" name="Text Placeholder 2"/>
          <p:cNvSpPr>
            <a:spLocks noGrp="1"/>
          </p:cNvSpPr>
          <p:nvPr>
            <p:ph type="body" idx="1" hasCustomPrompt="1"/>
          </p:nvPr>
        </p:nvSpPr>
        <p:spPr>
          <a:xfrm>
            <a:off x="1039438" y="2685678"/>
            <a:ext cx="7069512" cy="380873"/>
          </a:xfrm>
        </p:spPr>
        <p:txBody>
          <a:bodyPr anchor="t" anchorCtr="0">
            <a:noAutofit/>
          </a:bodyPr>
          <a:lstStyle>
            <a:lvl1pPr marL="0" indent="0" algn="l" defTabSz="914400" rtl="0" eaLnBrk="1" latinLnBrk="0" hangingPunct="1">
              <a:lnSpc>
                <a:spcPct val="90000"/>
              </a:lnSpc>
              <a:spcBef>
                <a:spcPts val="600"/>
              </a:spcBef>
              <a:buFont typeface="Arial" panose="020B0604020202020204" pitchFamily="34" charset="0"/>
              <a:buNone/>
              <a:defRPr sz="2600" i="0" spc="0" baseline="0">
                <a:solidFill>
                  <a:srgbClr val="525252"/>
                </a:solidFill>
                <a:latin typeface="+mj-lt"/>
                <a:ea typeface="Roboto" panose="02000000000000000000" pitchFamily="2" charset="0"/>
                <a:cs typeface="Roboto" panose="02000000000000000000" pitchFamily="2"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lnSpc>
                <a:spcPct val="75000"/>
              </a:lnSpc>
              <a:spcBef>
                <a:spcPts val="1400"/>
              </a:spcBef>
              <a:buFont typeface="Arial" panose="020B0604020202020204" pitchFamily="34" charset="0"/>
              <a:buNone/>
            </a:pPr>
            <a:r>
              <a:rPr lang="en-US" dirty="0"/>
              <a:t>Subtitle Title Here</a:t>
            </a:r>
            <a:endParaRPr lang="en-US" dirty="0"/>
          </a:p>
        </p:txBody>
      </p:sp>
      <p:sp>
        <p:nvSpPr>
          <p:cNvPr id="3" name="Text Placeholder 2"/>
          <p:cNvSpPr>
            <a:spLocks noGrp="1"/>
          </p:cNvSpPr>
          <p:nvPr>
            <p:ph type="body" sz="quarter" idx="10" hasCustomPrompt="1"/>
          </p:nvPr>
        </p:nvSpPr>
        <p:spPr>
          <a:xfrm>
            <a:off x="1036637" y="3311968"/>
            <a:ext cx="7072313" cy="872001"/>
          </a:xfrm>
        </p:spPr>
        <p:txBody>
          <a:bodyPr vert="horz" wrap="square" lIns="0" tIns="0" rIns="0" bIns="45720" rtlCol="0" anchor="t" anchorCtr="0"/>
          <a:lstStyle>
            <a:lvl1pPr marL="0" indent="0">
              <a:lnSpc>
                <a:spcPct val="100000"/>
              </a:lnSpc>
              <a:spcBef>
                <a:spcPts val="0"/>
              </a:spcBef>
              <a:buFontTx/>
              <a:buNone/>
              <a:defRPr lang="en-US" sz="1800" i="0" baseline="0" dirty="0" smtClean="0">
                <a:solidFill>
                  <a:srgbClr val="525252"/>
                </a:solidFill>
                <a:latin typeface="+mn-lt"/>
                <a:ea typeface="Roboto" panose="02000000000000000000" pitchFamily="2" charset="0"/>
                <a:cs typeface="Roboto" panose="02000000000000000000" pitchFamily="2"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endParaRPr lang="en-US" dirty="0"/>
          </a:p>
          <a:p>
            <a:pPr marL="0" lvl="0"/>
            <a:r>
              <a:rPr lang="en-US" dirty="0"/>
              <a:t>Department Name</a:t>
            </a:r>
            <a:endParaRPr lang="en-US" dirty="0"/>
          </a:p>
          <a:p>
            <a:pPr marL="0" lvl="0"/>
            <a:r>
              <a:rPr lang="en-US" dirty="0"/>
              <a:t>Presentation Date</a:t>
            </a:r>
            <a:endParaRPr lang="en-US" dirty="0"/>
          </a:p>
        </p:txBody>
      </p:sp>
      <p:pic>
        <p:nvPicPr>
          <p:cNvPr id="4" name="Picture 3" descr="A black and white sign with white text&#10;&#10;Description automatically generated"/>
          <p:cNvPicPr>
            <a:picLocks noChangeAspect="1"/>
          </p:cNvPicPr>
          <p:nvPr userDrawn="1"/>
        </p:nvPicPr>
        <p:blipFill>
          <a:blip r:embed="rId2"/>
          <a:stretch>
            <a:fillRect/>
          </a:stretch>
        </p:blipFill>
        <p:spPr>
          <a:xfrm>
            <a:off x="1036637" y="552043"/>
            <a:ext cx="3535363" cy="814976"/>
          </a:xfrm>
          <a:prstGeom prst="rect">
            <a:avLst/>
          </a:prstGeom>
        </p:spPr>
      </p:pic>
      <p:sp>
        <p:nvSpPr>
          <p:cNvPr id="2" name="Slide Number Placeholder 10"/>
          <p:cNvSpPr>
            <a:spLocks noGrp="1"/>
          </p:cNvSpPr>
          <p:nvPr>
            <p:ph type="sldNum" sz="quarter" idx="4"/>
          </p:nvPr>
        </p:nvSpPr>
        <p:spPr>
          <a:xfrm>
            <a:off x="8466073" y="4817444"/>
            <a:ext cx="514350" cy="326056"/>
          </a:xfrm>
          <a:prstGeom prst="rect">
            <a:avLst/>
          </a:prstGeom>
        </p:spPr>
        <p:txBody>
          <a:bodyPr vert="horz" lIns="91440" tIns="45720" rIns="91440" bIns="45720" rtlCol="0" anchor="ctr"/>
          <a:lstStyle>
            <a:lvl1pPr algn="r">
              <a:defRPr sz="1200">
                <a:solidFill>
                  <a:srgbClr val="005094"/>
                </a:solidFill>
              </a:defRPr>
            </a:lvl1pPr>
          </a:lstStyle>
          <a:p>
            <a:fld id="{4B327F5A-7D8F-4012-9A1A-2197D74A174F}" type="slidenum">
              <a:rPr lang="en-IN" smtClean="0"/>
            </a:fld>
            <a:endParaRPr lang="en-IN" dirty="0"/>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ead Only Slide">
    <p:spTree>
      <p:nvGrpSpPr>
        <p:cNvPr id="1" name=""/>
        <p:cNvGrpSpPr/>
        <p:nvPr/>
      </p:nvGrpSpPr>
      <p:grpSpPr>
        <a:xfrm>
          <a:off x="0" y="0"/>
          <a:ext cx="0" cy="0"/>
          <a:chOff x="0" y="0"/>
          <a:chExt cx="0" cy="0"/>
        </a:xfrm>
      </p:grpSpPr>
      <p:sp>
        <p:nvSpPr>
          <p:cNvPr id="3" name="Title 1"/>
          <p:cNvSpPr>
            <a:spLocks noGrp="1"/>
          </p:cNvSpPr>
          <p:nvPr>
            <p:ph type="title"/>
          </p:nvPr>
        </p:nvSpPr>
        <p:spPr>
          <a:xfrm>
            <a:off x="442762" y="224941"/>
            <a:ext cx="8349916" cy="507831"/>
          </a:xfrm>
        </p:spPr>
        <p:txBody>
          <a:bodyPr anchor="ctr"/>
          <a:lstStyle>
            <a:lvl1pPr algn="l">
              <a:lnSpc>
                <a:spcPct val="100000"/>
              </a:lnSpc>
              <a:defRPr>
                <a:solidFill>
                  <a:srgbClr val="005094"/>
                </a:solidFill>
              </a:defRPr>
            </a:lvl1pPr>
          </a:lstStyle>
          <a:p>
            <a:r>
              <a:rPr lang="en-US" dirty="0"/>
              <a:t>Click to edit Master title style</a:t>
            </a:r>
            <a:endParaRPr lang="en-US" dirty="0"/>
          </a:p>
        </p:txBody>
      </p:sp>
      <p:sp>
        <p:nvSpPr>
          <p:cNvPr id="4" name="Content Placeholder 2"/>
          <p:cNvSpPr>
            <a:spLocks noGrp="1"/>
          </p:cNvSpPr>
          <p:nvPr>
            <p:ph idx="1" hasCustomPrompt="1"/>
          </p:nvPr>
        </p:nvSpPr>
        <p:spPr>
          <a:xfrm>
            <a:off x="442762" y="1281272"/>
            <a:ext cx="8349916" cy="3329229"/>
          </a:xfrm>
        </p:spPr>
        <p:txBody>
          <a:bodyPr/>
          <a:lstStyle>
            <a:lvl1pPr marL="168275" indent="-168275">
              <a:buClr>
                <a:srgbClr val="005094"/>
              </a:buClr>
              <a:buFont typeface="Wingdings" panose="05000000000000000000" pitchFamily="2" charset="2"/>
              <a:buChar char="§"/>
              <a:defRPr lang="en-US" sz="2100" b="0" kern="1200" dirty="0">
                <a:solidFill>
                  <a:srgbClr val="525252"/>
                </a:solidFill>
                <a:latin typeface="+mn-lt"/>
                <a:ea typeface="Roboto" panose="02000000000000000000" pitchFamily="2" charset="0"/>
                <a:cs typeface="Roboto" panose="02000000000000000000" pitchFamily="2" charset="0"/>
              </a:defRPr>
            </a:lvl1pPr>
            <a:lvl2pPr marL="457200" indent="-227330">
              <a:buClr>
                <a:srgbClr val="005094"/>
              </a:buClr>
              <a:buFont typeface="Arial" panose="020B0604020202020204" pitchFamily="34" charset="0"/>
              <a:buChar char="•"/>
              <a:defRPr sz="2100"/>
            </a:lvl2pPr>
            <a:lvl3pPr marL="742950" indent="-227330">
              <a:buClr>
                <a:srgbClr val="005094"/>
              </a:buClr>
              <a:buFont typeface="Arial" panose="020B0604020202020204" pitchFamily="34" charset="0"/>
              <a:buChar char="•"/>
              <a:defRPr sz="2100"/>
            </a:lvl3pPr>
            <a:lvl4pPr marL="1028700" indent="-228600">
              <a:buClr>
                <a:srgbClr val="005094"/>
              </a:buClr>
              <a:buFont typeface="Arial" panose="020B0604020202020204" pitchFamily="34" charset="0"/>
              <a:buChar char="•"/>
              <a:defRPr sz="2100"/>
            </a:lvl4pPr>
            <a:lvl5pPr marL="1313180" indent="-227330">
              <a:buClr>
                <a:srgbClr val="005094"/>
              </a:buClr>
              <a:buFont typeface="Arial" panose="020B0604020202020204" pitchFamily="34" charset="0"/>
              <a:buChar char="•"/>
              <a:defRPr sz="2100"/>
            </a:lvl5pPr>
          </a:lstStyle>
          <a:p>
            <a:pPr lvl="0"/>
            <a:r>
              <a:rPr lang="en-US" dirty="0"/>
              <a:t>Click to edit Master text styles Arial 21 pt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2" name="Text Placeholder 5"/>
          <p:cNvSpPr>
            <a:spLocks noGrp="1"/>
          </p:cNvSpPr>
          <p:nvPr>
            <p:ph type="body" sz="quarter" idx="12" hasCustomPrompt="1"/>
          </p:nvPr>
        </p:nvSpPr>
        <p:spPr>
          <a:xfrm>
            <a:off x="442762" y="811374"/>
            <a:ext cx="8349916" cy="391296"/>
          </a:xfrm>
        </p:spPr>
        <p:txBody>
          <a:bodyPr/>
          <a:lstStyle>
            <a:lvl1pPr marL="0" indent="0">
              <a:buNone/>
              <a:defRPr sz="2400" b="0" baseline="0">
                <a:latin typeface="+mj-lt"/>
              </a:defRPr>
            </a:lvl1pPr>
          </a:lstStyle>
          <a:p>
            <a:pPr marL="0" marR="0" lvl="0" indent="0" algn="l" defTabSz="914400" rtl="0" eaLnBrk="1" fontAlgn="auto" latinLnBrk="0" hangingPunct="1">
              <a:lnSpc>
                <a:spcPct val="100000"/>
              </a:lnSpc>
              <a:spcBef>
                <a:spcPts val="1000"/>
              </a:spcBef>
              <a:spcAft>
                <a:spcPts val="0"/>
              </a:spcAft>
              <a:buClr>
                <a:srgbClr val="005094"/>
              </a:buClr>
              <a:buSzTx/>
              <a:buFont typeface="Wingdings" panose="05000000000000000000" pitchFamily="2" charset="2"/>
              <a:buNone/>
              <a:defRPr/>
            </a:pPr>
            <a:r>
              <a:rPr lang="en-US" dirty="0"/>
              <a:t>Subhead Arial 24 pt</a:t>
            </a:r>
            <a:endParaRPr lang="en-US" dirty="0"/>
          </a:p>
        </p:txBody>
      </p:sp>
      <p:sp>
        <p:nvSpPr>
          <p:cNvPr id="5" name="Slide Number Placeholder 10"/>
          <p:cNvSpPr>
            <a:spLocks noGrp="1"/>
          </p:cNvSpPr>
          <p:nvPr>
            <p:ph type="sldNum" sz="quarter" idx="4"/>
          </p:nvPr>
        </p:nvSpPr>
        <p:spPr>
          <a:xfrm>
            <a:off x="8466073" y="4817444"/>
            <a:ext cx="514350" cy="326056"/>
          </a:xfrm>
          <a:prstGeom prst="rect">
            <a:avLst/>
          </a:prstGeom>
        </p:spPr>
        <p:txBody>
          <a:bodyPr vert="horz" lIns="91440" tIns="45720" rIns="91440" bIns="45720" rtlCol="0" anchor="ctr"/>
          <a:lstStyle>
            <a:lvl1pPr algn="r">
              <a:defRPr sz="1200">
                <a:solidFill>
                  <a:schemeClr val="bg1"/>
                </a:solidFill>
              </a:defRPr>
            </a:lvl1pPr>
          </a:lstStyle>
          <a:p>
            <a:fld id="{4B327F5A-7D8F-4012-9A1A-2197D74A174F}" type="slidenum">
              <a:rPr lang="en-IN" smtClean="0"/>
            </a:fld>
            <a:endParaRPr lang="en-IN" dirty="0"/>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Head Only Slide">
    <p:spTree>
      <p:nvGrpSpPr>
        <p:cNvPr id="1" name=""/>
        <p:cNvGrpSpPr/>
        <p:nvPr/>
      </p:nvGrpSpPr>
      <p:grpSpPr>
        <a:xfrm>
          <a:off x="0" y="0"/>
          <a:ext cx="0" cy="0"/>
          <a:chOff x="0" y="0"/>
          <a:chExt cx="0" cy="0"/>
        </a:xfrm>
      </p:grpSpPr>
      <p:sp>
        <p:nvSpPr>
          <p:cNvPr id="3" name="Title 1"/>
          <p:cNvSpPr>
            <a:spLocks noGrp="1"/>
          </p:cNvSpPr>
          <p:nvPr>
            <p:ph type="title"/>
          </p:nvPr>
        </p:nvSpPr>
        <p:spPr>
          <a:xfrm>
            <a:off x="442762" y="224941"/>
            <a:ext cx="8349916" cy="507831"/>
          </a:xfrm>
        </p:spPr>
        <p:txBody>
          <a:bodyPr anchor="ctr"/>
          <a:lstStyle>
            <a:lvl1pPr algn="l">
              <a:lnSpc>
                <a:spcPct val="100000"/>
              </a:lnSpc>
              <a:defRPr>
                <a:solidFill>
                  <a:srgbClr val="005094"/>
                </a:solidFill>
              </a:defRPr>
            </a:lvl1pPr>
          </a:lstStyle>
          <a:p>
            <a:r>
              <a:rPr lang="en-US" dirty="0"/>
              <a:t>Click to edit Master title style</a:t>
            </a:r>
            <a:endParaRPr lang="en-US" dirty="0"/>
          </a:p>
        </p:txBody>
      </p:sp>
      <p:sp>
        <p:nvSpPr>
          <p:cNvPr id="4" name="Content Placeholder 2"/>
          <p:cNvSpPr>
            <a:spLocks noGrp="1"/>
          </p:cNvSpPr>
          <p:nvPr>
            <p:ph idx="1" hasCustomPrompt="1"/>
          </p:nvPr>
        </p:nvSpPr>
        <p:spPr>
          <a:xfrm>
            <a:off x="442762" y="914400"/>
            <a:ext cx="8349916" cy="3696101"/>
          </a:xfrm>
        </p:spPr>
        <p:txBody>
          <a:bodyPr/>
          <a:lstStyle>
            <a:lvl1pPr marL="168275" indent="-168275">
              <a:buClr>
                <a:srgbClr val="005094"/>
              </a:buClr>
              <a:buFont typeface="Wingdings" panose="05000000000000000000" pitchFamily="2" charset="2"/>
              <a:buChar char="§"/>
              <a:defRPr lang="en-US" sz="2100" b="0" kern="1200" dirty="0">
                <a:solidFill>
                  <a:srgbClr val="525252"/>
                </a:solidFill>
                <a:latin typeface="+mn-lt"/>
                <a:ea typeface="Roboto" panose="02000000000000000000" pitchFamily="2" charset="0"/>
                <a:cs typeface="Roboto" panose="02000000000000000000" pitchFamily="2" charset="0"/>
              </a:defRPr>
            </a:lvl1pPr>
            <a:lvl2pPr marL="457200" indent="-227330">
              <a:buClr>
                <a:srgbClr val="005094"/>
              </a:buClr>
              <a:buFont typeface="Arial" panose="020B0604020202020204" pitchFamily="34" charset="0"/>
              <a:buChar char="•"/>
              <a:defRPr sz="2100"/>
            </a:lvl2pPr>
            <a:lvl3pPr marL="742950" indent="-227330">
              <a:buClr>
                <a:srgbClr val="005094"/>
              </a:buClr>
              <a:buFont typeface="Arial" panose="020B0604020202020204" pitchFamily="34" charset="0"/>
              <a:buChar char="•"/>
              <a:defRPr sz="2100"/>
            </a:lvl3pPr>
            <a:lvl4pPr marL="1028700" indent="-228600">
              <a:buClr>
                <a:srgbClr val="005094"/>
              </a:buClr>
              <a:buFont typeface="Arial" panose="020B0604020202020204" pitchFamily="34" charset="0"/>
              <a:buChar char="•"/>
              <a:defRPr sz="2100"/>
            </a:lvl4pPr>
            <a:lvl5pPr marL="1313180" indent="-227330">
              <a:buClr>
                <a:srgbClr val="005094"/>
              </a:buClr>
              <a:buFont typeface="Arial" panose="020B0604020202020204" pitchFamily="34" charset="0"/>
              <a:buChar char="•"/>
              <a:defRPr sz="2100"/>
            </a:lvl5pPr>
          </a:lstStyle>
          <a:p>
            <a:pPr lvl="0"/>
            <a:r>
              <a:rPr lang="en-US" dirty="0"/>
              <a:t>Click to edit Master text styles Arial 21 pt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Slide Number Placeholder 10"/>
          <p:cNvSpPr>
            <a:spLocks noGrp="1"/>
          </p:cNvSpPr>
          <p:nvPr>
            <p:ph type="sldNum" sz="quarter" idx="4"/>
          </p:nvPr>
        </p:nvSpPr>
        <p:spPr>
          <a:xfrm>
            <a:off x="8466073" y="4817444"/>
            <a:ext cx="514350" cy="326056"/>
          </a:xfrm>
          <a:prstGeom prst="rect">
            <a:avLst/>
          </a:prstGeom>
        </p:spPr>
        <p:txBody>
          <a:bodyPr vert="horz" lIns="91440" tIns="45720" rIns="91440" bIns="45720" rtlCol="0" anchor="ctr"/>
          <a:lstStyle>
            <a:lvl1pPr algn="r">
              <a:defRPr sz="1200">
                <a:solidFill>
                  <a:schemeClr val="bg1"/>
                </a:solidFill>
              </a:defRPr>
            </a:lvl1pPr>
          </a:lstStyle>
          <a:p>
            <a:fld id="{4B327F5A-7D8F-4012-9A1A-2197D74A174F}" type="slidenum">
              <a:rPr lang="en-IN" smtClean="0"/>
            </a:fld>
            <a:endParaRPr lang="en-IN"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Head Only Slide">
    <p:spTree>
      <p:nvGrpSpPr>
        <p:cNvPr id="1" name=""/>
        <p:cNvGrpSpPr/>
        <p:nvPr/>
      </p:nvGrpSpPr>
      <p:grpSpPr>
        <a:xfrm>
          <a:off x="0" y="0"/>
          <a:ext cx="0" cy="0"/>
          <a:chOff x="0" y="0"/>
          <a:chExt cx="0" cy="0"/>
        </a:xfrm>
      </p:grpSpPr>
      <p:sp>
        <p:nvSpPr>
          <p:cNvPr id="3" name="Title 1"/>
          <p:cNvSpPr>
            <a:spLocks noGrp="1"/>
          </p:cNvSpPr>
          <p:nvPr>
            <p:ph type="title"/>
          </p:nvPr>
        </p:nvSpPr>
        <p:spPr>
          <a:xfrm>
            <a:off x="442762" y="224941"/>
            <a:ext cx="8349916" cy="507831"/>
          </a:xfrm>
        </p:spPr>
        <p:txBody>
          <a:bodyPr anchor="ctr"/>
          <a:lstStyle>
            <a:lvl1pPr algn="l">
              <a:lnSpc>
                <a:spcPct val="100000"/>
              </a:lnSpc>
              <a:defRPr>
                <a:solidFill>
                  <a:srgbClr val="005094"/>
                </a:solidFill>
              </a:defRPr>
            </a:lvl1pPr>
          </a:lstStyle>
          <a:p>
            <a:r>
              <a:rPr lang="en-US" dirty="0"/>
              <a:t>Click to edit Master title style</a:t>
            </a:r>
            <a:endParaRPr lang="en-US" dirty="0"/>
          </a:p>
        </p:txBody>
      </p:sp>
      <p:sp>
        <p:nvSpPr>
          <p:cNvPr id="4" name="Content Placeholder 2"/>
          <p:cNvSpPr>
            <a:spLocks noGrp="1"/>
          </p:cNvSpPr>
          <p:nvPr>
            <p:ph idx="1" hasCustomPrompt="1"/>
          </p:nvPr>
        </p:nvSpPr>
        <p:spPr>
          <a:xfrm>
            <a:off x="442762" y="914400"/>
            <a:ext cx="4129238" cy="3696101"/>
          </a:xfrm>
        </p:spPr>
        <p:txBody>
          <a:bodyPr/>
          <a:lstStyle>
            <a:lvl1pPr marL="168275" indent="-168275">
              <a:buClr>
                <a:srgbClr val="005094"/>
              </a:buClr>
              <a:buFont typeface="Wingdings" panose="05000000000000000000" pitchFamily="2" charset="2"/>
              <a:buChar char="§"/>
              <a:defRPr sz="1800"/>
            </a:lvl1pPr>
            <a:lvl2pPr marL="457200" indent="-227330">
              <a:buClr>
                <a:srgbClr val="005094"/>
              </a:buClr>
              <a:buFont typeface="Arial" panose="020B0604020202020204" pitchFamily="34" charset="0"/>
              <a:buChar char="•"/>
              <a:defRPr sz="1800"/>
            </a:lvl2pPr>
            <a:lvl3pPr marL="742950" indent="-227330">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3180" indent="-227330">
              <a:buClr>
                <a:srgbClr val="005094"/>
              </a:buClr>
              <a:buFont typeface="Arial" panose="020B0604020202020204" pitchFamily="34" charset="0"/>
              <a:buChar char="•"/>
              <a:defRPr sz="1800"/>
            </a:lvl5pPr>
          </a:lstStyle>
          <a:p>
            <a:pPr lvl="0"/>
            <a:r>
              <a:rPr lang="en-US" dirty="0"/>
              <a:t>Click to edit Master text styles Arial 18 pt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2" name="Content Placeholder 2"/>
          <p:cNvSpPr>
            <a:spLocks noGrp="1"/>
          </p:cNvSpPr>
          <p:nvPr>
            <p:ph idx="10" hasCustomPrompt="1"/>
          </p:nvPr>
        </p:nvSpPr>
        <p:spPr>
          <a:xfrm>
            <a:off x="4719587" y="914399"/>
            <a:ext cx="4073090" cy="3696101"/>
          </a:xfrm>
        </p:spPr>
        <p:txBody>
          <a:bodyPr/>
          <a:lstStyle>
            <a:lvl1pPr marL="177800" indent="-177800">
              <a:buClr>
                <a:srgbClr val="005094"/>
              </a:buClr>
              <a:buFont typeface="Wingdings" panose="05000000000000000000" pitchFamily="2" charset="2"/>
              <a:buChar char="§"/>
              <a:defRPr lang="en-US" sz="1800" b="0" kern="1200" dirty="0" smtClean="0">
                <a:solidFill>
                  <a:srgbClr val="525252"/>
                </a:solidFill>
                <a:latin typeface="+mn-lt"/>
                <a:ea typeface="Roboto" panose="02000000000000000000" pitchFamily="2" charset="0"/>
                <a:cs typeface="Roboto" panose="02000000000000000000" pitchFamily="2" charset="0"/>
              </a:defRPr>
            </a:lvl1pPr>
            <a:lvl2pPr marL="457200" indent="-227330">
              <a:buClr>
                <a:srgbClr val="005094"/>
              </a:buClr>
              <a:buFont typeface="Arial" panose="020B0604020202020204" pitchFamily="34" charset="0"/>
              <a:buChar char="•"/>
              <a:defRPr sz="1800"/>
            </a:lvl2pPr>
            <a:lvl3pPr marL="742950" indent="-227330">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3180" indent="-227330">
              <a:buClr>
                <a:srgbClr val="005094"/>
              </a:buClr>
              <a:buFont typeface="Arial" panose="020B0604020202020204" pitchFamily="34" charset="0"/>
              <a:buChar char="•"/>
              <a:defRPr sz="1800"/>
            </a:lvl5pPr>
          </a:lstStyle>
          <a:p>
            <a:pPr lvl="0"/>
            <a:r>
              <a:rPr lang="en-US" dirty="0"/>
              <a:t>Click to edit Master text styles Arial 18 pt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cxnSp>
        <p:nvCxnSpPr>
          <p:cNvPr id="8" name="Straight Connector 7"/>
          <p:cNvCxnSpPr/>
          <p:nvPr userDrawn="1"/>
        </p:nvCxnSpPr>
        <p:spPr>
          <a:xfrm>
            <a:off x="4648200" y="914399"/>
            <a:ext cx="0" cy="3696101"/>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 name="Slide Number Placeholder 4"/>
          <p:cNvSpPr>
            <a:spLocks noGrp="1"/>
          </p:cNvSpPr>
          <p:nvPr>
            <p:ph type="sldNum" sz="quarter" idx="11"/>
          </p:nvPr>
        </p:nvSpPr>
        <p:spPr/>
        <p:txBody>
          <a:bodyPr/>
          <a:lstStyle/>
          <a:p>
            <a:fld id="{4B327F5A-7D8F-4012-9A1A-2197D74A174F}" type="slidenum">
              <a:rPr lang="en-IN" smtClean="0"/>
            </a:fld>
            <a:endParaRPr lang="en-IN"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Head Only Slide">
    <p:spTree>
      <p:nvGrpSpPr>
        <p:cNvPr id="1" name=""/>
        <p:cNvGrpSpPr/>
        <p:nvPr/>
      </p:nvGrpSpPr>
      <p:grpSpPr>
        <a:xfrm>
          <a:off x="0" y="0"/>
          <a:ext cx="0" cy="0"/>
          <a:chOff x="0" y="0"/>
          <a:chExt cx="0" cy="0"/>
        </a:xfrm>
      </p:grpSpPr>
      <p:sp>
        <p:nvSpPr>
          <p:cNvPr id="3" name="Title 1"/>
          <p:cNvSpPr>
            <a:spLocks noGrp="1"/>
          </p:cNvSpPr>
          <p:nvPr>
            <p:ph type="title"/>
          </p:nvPr>
        </p:nvSpPr>
        <p:spPr>
          <a:xfrm>
            <a:off x="442762" y="224941"/>
            <a:ext cx="8349916" cy="507831"/>
          </a:xfrm>
        </p:spPr>
        <p:txBody>
          <a:bodyPr anchor="ctr"/>
          <a:lstStyle>
            <a:lvl1pPr algn="l">
              <a:lnSpc>
                <a:spcPct val="100000"/>
              </a:lnSpc>
              <a:defRPr>
                <a:solidFill>
                  <a:srgbClr val="005094"/>
                </a:solidFill>
              </a:defRPr>
            </a:lvl1pPr>
          </a:lstStyle>
          <a:p>
            <a:r>
              <a:rPr lang="en-US" dirty="0"/>
              <a:t>Click to edit Master title style</a:t>
            </a:r>
            <a:endParaRPr lang="en-US" dirty="0"/>
          </a:p>
        </p:txBody>
      </p:sp>
      <p:sp>
        <p:nvSpPr>
          <p:cNvPr id="4" name="Content Placeholder 2"/>
          <p:cNvSpPr>
            <a:spLocks noGrp="1"/>
          </p:cNvSpPr>
          <p:nvPr>
            <p:ph idx="1" hasCustomPrompt="1"/>
          </p:nvPr>
        </p:nvSpPr>
        <p:spPr>
          <a:xfrm>
            <a:off x="442762" y="1231900"/>
            <a:ext cx="4073091" cy="3378601"/>
          </a:xfrm>
        </p:spPr>
        <p:txBody>
          <a:bodyPr/>
          <a:lstStyle>
            <a:lvl1pPr marL="168275" indent="-168275">
              <a:buClr>
                <a:srgbClr val="005094"/>
              </a:buClr>
              <a:buFont typeface="Wingdings" panose="05000000000000000000" pitchFamily="2" charset="2"/>
              <a:buChar char="§"/>
              <a:defRPr sz="1800"/>
            </a:lvl1pPr>
            <a:lvl2pPr marL="457200" indent="-227330">
              <a:buClr>
                <a:srgbClr val="005094"/>
              </a:buClr>
              <a:buFont typeface="Arial" panose="020B0604020202020204" pitchFamily="34" charset="0"/>
              <a:buChar char="•"/>
              <a:defRPr sz="1800"/>
            </a:lvl2pPr>
            <a:lvl3pPr marL="742950" indent="-227330">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3180" indent="-227330">
              <a:buClr>
                <a:srgbClr val="005094"/>
              </a:buClr>
              <a:buFont typeface="Arial" panose="020B0604020202020204" pitchFamily="34" charset="0"/>
              <a:buChar char="•"/>
              <a:defRPr sz="1800"/>
            </a:lvl5pPr>
          </a:lstStyle>
          <a:p>
            <a:pPr lvl="0"/>
            <a:r>
              <a:rPr lang="en-US" dirty="0"/>
              <a:t>Click to edit Master text styles Arial 18 pt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2" name="Content Placeholder 2"/>
          <p:cNvSpPr>
            <a:spLocks noGrp="1"/>
          </p:cNvSpPr>
          <p:nvPr>
            <p:ph idx="10" hasCustomPrompt="1"/>
          </p:nvPr>
        </p:nvSpPr>
        <p:spPr>
          <a:xfrm>
            <a:off x="4719587" y="1231899"/>
            <a:ext cx="4073091" cy="3378601"/>
          </a:xfrm>
        </p:spPr>
        <p:txBody>
          <a:bodyPr/>
          <a:lstStyle>
            <a:lvl1pPr marL="177800" indent="-177800">
              <a:buClr>
                <a:srgbClr val="005094"/>
              </a:buClr>
              <a:buFont typeface="Wingdings" panose="05000000000000000000" pitchFamily="2" charset="2"/>
              <a:buChar char="§"/>
              <a:defRPr lang="en-US" sz="1800" b="0" kern="1200" dirty="0" smtClean="0">
                <a:solidFill>
                  <a:srgbClr val="525252"/>
                </a:solidFill>
                <a:latin typeface="+mn-lt"/>
                <a:ea typeface="Roboto" panose="02000000000000000000" pitchFamily="2" charset="0"/>
                <a:cs typeface="Roboto" panose="02000000000000000000" pitchFamily="2" charset="0"/>
              </a:defRPr>
            </a:lvl1pPr>
            <a:lvl2pPr marL="457200" indent="-227330">
              <a:buClr>
                <a:srgbClr val="005094"/>
              </a:buClr>
              <a:buFont typeface="Arial" panose="020B0604020202020204" pitchFamily="34" charset="0"/>
              <a:buChar char="•"/>
              <a:defRPr sz="1800"/>
            </a:lvl2pPr>
            <a:lvl3pPr marL="742950" indent="-227330">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3180" indent="-227330">
              <a:buClr>
                <a:srgbClr val="005094"/>
              </a:buClr>
              <a:buFont typeface="Arial" panose="020B0604020202020204" pitchFamily="34" charset="0"/>
              <a:buChar char="•"/>
              <a:defRPr sz="1800"/>
            </a:lvl5pPr>
          </a:lstStyle>
          <a:p>
            <a:pPr lvl="0"/>
            <a:r>
              <a:rPr lang="en-US" dirty="0"/>
              <a:t>Click to edit Master text styles Arial 18 pt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Text Placeholder 5"/>
          <p:cNvSpPr>
            <a:spLocks noGrp="1"/>
          </p:cNvSpPr>
          <p:nvPr>
            <p:ph type="body" sz="quarter" idx="12" hasCustomPrompt="1"/>
          </p:nvPr>
        </p:nvSpPr>
        <p:spPr>
          <a:xfrm>
            <a:off x="442762" y="811374"/>
            <a:ext cx="4073091" cy="391296"/>
          </a:xfrm>
        </p:spPr>
        <p:txBody>
          <a:bodyPr/>
          <a:lstStyle>
            <a:lvl1pPr marL="0" indent="0">
              <a:buNone/>
              <a:defRPr sz="2100" b="0" baseline="0">
                <a:latin typeface="+mj-lt"/>
              </a:defRPr>
            </a:lvl1pPr>
          </a:lstStyle>
          <a:p>
            <a:pPr lvl="0"/>
            <a:r>
              <a:rPr lang="en-US" dirty="0"/>
              <a:t>Subhead</a:t>
            </a:r>
            <a:endParaRPr lang="en-US" dirty="0"/>
          </a:p>
        </p:txBody>
      </p:sp>
      <p:sp>
        <p:nvSpPr>
          <p:cNvPr id="6" name="Text Placeholder 5"/>
          <p:cNvSpPr>
            <a:spLocks noGrp="1"/>
          </p:cNvSpPr>
          <p:nvPr>
            <p:ph type="body" sz="quarter" idx="13" hasCustomPrompt="1"/>
          </p:nvPr>
        </p:nvSpPr>
        <p:spPr>
          <a:xfrm>
            <a:off x="4719587" y="811374"/>
            <a:ext cx="4073091" cy="391296"/>
          </a:xfrm>
        </p:spPr>
        <p:txBody>
          <a:bodyPr/>
          <a:lstStyle>
            <a:lvl1pPr marL="0" indent="0">
              <a:buNone/>
              <a:defRPr sz="2100" b="0" baseline="0">
                <a:latin typeface="+mj-lt"/>
              </a:defRPr>
            </a:lvl1pPr>
          </a:lstStyle>
          <a:p>
            <a:pPr lvl="0"/>
            <a:r>
              <a:rPr lang="en-US" dirty="0"/>
              <a:t>Subhead</a:t>
            </a:r>
            <a:endParaRPr lang="en-US" dirty="0"/>
          </a:p>
        </p:txBody>
      </p:sp>
      <p:cxnSp>
        <p:nvCxnSpPr>
          <p:cNvPr id="7" name="Straight Connector 6"/>
          <p:cNvCxnSpPr/>
          <p:nvPr userDrawn="1"/>
        </p:nvCxnSpPr>
        <p:spPr>
          <a:xfrm>
            <a:off x="4615542" y="811374"/>
            <a:ext cx="0" cy="3799126"/>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8" name="Slide Number Placeholder 7"/>
          <p:cNvSpPr>
            <a:spLocks noGrp="1"/>
          </p:cNvSpPr>
          <p:nvPr>
            <p:ph type="sldNum" sz="quarter" idx="14"/>
          </p:nvPr>
        </p:nvSpPr>
        <p:spPr/>
        <p:txBody>
          <a:bodyPr/>
          <a:lstStyle/>
          <a:p>
            <a:fld id="{4B327F5A-7D8F-4012-9A1A-2197D74A174F}" type="slidenum">
              <a:rPr lang="en-IN" smtClean="0"/>
            </a:fld>
            <a:endParaRPr lang="en-IN"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Head Only Slide">
    <p:spTree>
      <p:nvGrpSpPr>
        <p:cNvPr id="1" name=""/>
        <p:cNvGrpSpPr/>
        <p:nvPr/>
      </p:nvGrpSpPr>
      <p:grpSpPr>
        <a:xfrm>
          <a:off x="0" y="0"/>
          <a:ext cx="0" cy="0"/>
          <a:chOff x="0" y="0"/>
          <a:chExt cx="0" cy="0"/>
        </a:xfrm>
      </p:grpSpPr>
      <p:sp>
        <p:nvSpPr>
          <p:cNvPr id="3" name="Title 1"/>
          <p:cNvSpPr>
            <a:spLocks noGrp="1"/>
          </p:cNvSpPr>
          <p:nvPr>
            <p:ph type="title"/>
          </p:nvPr>
        </p:nvSpPr>
        <p:spPr>
          <a:xfrm>
            <a:off x="442763" y="224941"/>
            <a:ext cx="4172780" cy="507831"/>
          </a:xfrm>
        </p:spPr>
        <p:txBody>
          <a:bodyPr anchor="ctr"/>
          <a:lstStyle>
            <a:lvl1pPr algn="l">
              <a:lnSpc>
                <a:spcPct val="100000"/>
              </a:lnSpc>
              <a:defRPr>
                <a:solidFill>
                  <a:srgbClr val="005094"/>
                </a:solidFill>
              </a:defRPr>
            </a:lvl1pPr>
          </a:lstStyle>
          <a:p>
            <a:r>
              <a:rPr lang="en-US" dirty="0"/>
              <a:t>Click to edit Master title style</a:t>
            </a:r>
            <a:endParaRPr lang="en-US" dirty="0"/>
          </a:p>
        </p:txBody>
      </p:sp>
      <p:sp>
        <p:nvSpPr>
          <p:cNvPr id="4" name="Content Placeholder 2"/>
          <p:cNvSpPr>
            <a:spLocks noGrp="1"/>
          </p:cNvSpPr>
          <p:nvPr>
            <p:ph idx="1" hasCustomPrompt="1"/>
          </p:nvPr>
        </p:nvSpPr>
        <p:spPr>
          <a:xfrm>
            <a:off x="442762" y="914400"/>
            <a:ext cx="4129238" cy="3909599"/>
          </a:xfrm>
        </p:spPr>
        <p:txBody>
          <a:bodyPr/>
          <a:lstStyle>
            <a:lvl1pPr marL="168275" indent="-168275">
              <a:buClr>
                <a:srgbClr val="005094"/>
              </a:buClr>
              <a:buFont typeface="Wingdings" panose="05000000000000000000" pitchFamily="2" charset="2"/>
              <a:buChar char="§"/>
              <a:defRPr sz="1800"/>
            </a:lvl1pPr>
            <a:lvl2pPr marL="457200" indent="-227330">
              <a:buClr>
                <a:srgbClr val="005094"/>
              </a:buClr>
              <a:buFont typeface="Arial" panose="020B0604020202020204" pitchFamily="34" charset="0"/>
              <a:buChar char="•"/>
              <a:defRPr sz="1800"/>
            </a:lvl2pPr>
            <a:lvl3pPr marL="742950" indent="-227330">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3180" indent="-227330">
              <a:buClr>
                <a:srgbClr val="005094"/>
              </a:buClr>
              <a:buFont typeface="Arial" panose="020B0604020202020204" pitchFamily="34" charset="0"/>
              <a:buChar char="•"/>
              <a:defRPr sz="1800"/>
            </a:lvl5pPr>
          </a:lstStyle>
          <a:p>
            <a:pPr lvl="0"/>
            <a:r>
              <a:rPr lang="en-US" dirty="0"/>
              <a:t>Click to edit Master text styles Arial 18 pt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Rectangle 4"/>
          <p:cNvSpPr/>
          <p:nvPr userDrawn="1"/>
        </p:nvSpPr>
        <p:spPr bwMode="auto">
          <a:xfrm>
            <a:off x="4615543" y="-1"/>
            <a:ext cx="4528457" cy="4824000"/>
          </a:xfrm>
          <a:prstGeom prst="rect">
            <a:avLst/>
          </a:prstGeom>
          <a:solidFill>
            <a:schemeClr val="accent3">
              <a:lumMod val="20000"/>
              <a:lumOff val="80000"/>
            </a:schemeClr>
          </a:solidFill>
          <a:ln w="19050" algn="ctr">
            <a:noFill/>
            <a:miter lim="800000"/>
          </a:ln>
        </p:spPr>
        <p:txBody>
          <a:bodyPr wrap="none" rtlCol="0" anchor="ctr"/>
          <a:lstStyle/>
          <a:p>
            <a:pPr algn="ctr">
              <a:lnSpc>
                <a:spcPct val="90000"/>
              </a:lnSpc>
            </a:pPr>
            <a:endParaRPr lang="en-IN" sz="1600" b="1" dirty="0" err="1">
              <a:solidFill>
                <a:schemeClr val="bg1"/>
              </a:solidFill>
              <a:latin typeface="+mj-lt"/>
            </a:endParaRPr>
          </a:p>
        </p:txBody>
      </p:sp>
      <p:pic>
        <p:nvPicPr>
          <p:cNvPr id="10" name="Picture 9" descr="A blue and black logo&#10;&#10;Description automatically generated"/>
          <p:cNvPicPr>
            <a:picLocks noChangeAspect="1"/>
          </p:cNvPicPr>
          <p:nvPr userDrawn="1"/>
        </p:nvPicPr>
        <p:blipFill rotWithShape="1">
          <a:blip r:embed="rId2"/>
          <a:srcRect r="74035"/>
          <a:stretch>
            <a:fillRect/>
          </a:stretch>
        </p:blipFill>
        <p:spPr>
          <a:xfrm>
            <a:off x="8366780" y="118792"/>
            <a:ext cx="712936" cy="720000"/>
          </a:xfrm>
          <a:prstGeom prst="rect">
            <a:avLst/>
          </a:prstGeom>
        </p:spPr>
      </p:pic>
      <p:sp>
        <p:nvSpPr>
          <p:cNvPr id="11" name="Content Placeholder 2"/>
          <p:cNvSpPr>
            <a:spLocks noGrp="1"/>
          </p:cNvSpPr>
          <p:nvPr>
            <p:ph idx="10" hasCustomPrompt="1"/>
          </p:nvPr>
        </p:nvSpPr>
        <p:spPr>
          <a:xfrm>
            <a:off x="4757057" y="224941"/>
            <a:ext cx="4031264" cy="4599058"/>
          </a:xfrm>
        </p:spPr>
        <p:txBody>
          <a:bodyPr/>
          <a:lstStyle>
            <a:lvl1pPr marL="168275" indent="-168275">
              <a:buClr>
                <a:srgbClr val="005094"/>
              </a:buClr>
              <a:buFont typeface="Wingdings" panose="05000000000000000000" pitchFamily="2" charset="2"/>
              <a:buChar char="§"/>
              <a:defRPr sz="1800"/>
            </a:lvl1pPr>
            <a:lvl2pPr marL="457200" indent="-227330">
              <a:buClr>
                <a:srgbClr val="005094"/>
              </a:buClr>
              <a:buFont typeface="Arial" panose="020B0604020202020204" pitchFamily="34" charset="0"/>
              <a:buChar char="•"/>
              <a:defRPr sz="1800"/>
            </a:lvl2pPr>
            <a:lvl3pPr marL="742950" indent="-227330">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3180" indent="-227330">
              <a:buClr>
                <a:srgbClr val="005094"/>
              </a:buClr>
              <a:buFont typeface="Arial" panose="020B0604020202020204" pitchFamily="34" charset="0"/>
              <a:buChar char="•"/>
              <a:defRPr sz="1800"/>
            </a:lvl5pPr>
          </a:lstStyle>
          <a:p>
            <a:pPr lvl="0"/>
            <a:r>
              <a:rPr lang="en-US" dirty="0"/>
              <a:t>Click to edit Master text styles Arial 18 pt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2" name="Slide Number Placeholder 11"/>
          <p:cNvSpPr>
            <a:spLocks noGrp="1"/>
          </p:cNvSpPr>
          <p:nvPr>
            <p:ph type="sldNum" sz="quarter" idx="11"/>
          </p:nvPr>
        </p:nvSpPr>
        <p:spPr/>
        <p:txBody>
          <a:bodyPr/>
          <a:lstStyle/>
          <a:p>
            <a:fld id="{4B327F5A-7D8F-4012-9A1A-2197D74A174F}" type="slidenum">
              <a:rPr lang="en-IN" smtClean="0"/>
            </a:fld>
            <a:endParaRPr lang="en-IN" dirty="0"/>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Head Only Slide">
    <p:spTree>
      <p:nvGrpSpPr>
        <p:cNvPr id="1" name=""/>
        <p:cNvGrpSpPr/>
        <p:nvPr/>
      </p:nvGrpSpPr>
      <p:grpSpPr>
        <a:xfrm>
          <a:off x="0" y="0"/>
          <a:ext cx="0" cy="0"/>
          <a:chOff x="0" y="0"/>
          <a:chExt cx="0" cy="0"/>
        </a:xfrm>
      </p:grpSpPr>
      <p:sp>
        <p:nvSpPr>
          <p:cNvPr id="3" name="Title 1"/>
          <p:cNvSpPr>
            <a:spLocks noGrp="1"/>
          </p:cNvSpPr>
          <p:nvPr>
            <p:ph type="title"/>
          </p:nvPr>
        </p:nvSpPr>
        <p:spPr>
          <a:xfrm>
            <a:off x="442762" y="224941"/>
            <a:ext cx="8349916" cy="507831"/>
          </a:xfrm>
        </p:spPr>
        <p:txBody>
          <a:bodyPr anchor="ctr"/>
          <a:lstStyle>
            <a:lvl1pPr algn="l">
              <a:lnSpc>
                <a:spcPct val="100000"/>
              </a:lnSpc>
              <a:defRPr>
                <a:solidFill>
                  <a:srgbClr val="005094"/>
                </a:solidFill>
              </a:defRPr>
            </a:lvl1pPr>
          </a:lstStyle>
          <a:p>
            <a:r>
              <a:rPr lang="en-US" dirty="0"/>
              <a:t>Click to edit Master title style</a:t>
            </a:r>
            <a:endParaRPr lang="en-US" dirty="0"/>
          </a:p>
        </p:txBody>
      </p:sp>
      <p:sp>
        <p:nvSpPr>
          <p:cNvPr id="2" name="Text Placeholder 3"/>
          <p:cNvSpPr>
            <a:spLocks noGrp="1"/>
          </p:cNvSpPr>
          <p:nvPr>
            <p:ph type="body" sz="quarter" idx="10" hasCustomPrompt="1"/>
          </p:nvPr>
        </p:nvSpPr>
        <p:spPr>
          <a:xfrm>
            <a:off x="444366" y="903514"/>
            <a:ext cx="8348312" cy="3733799"/>
          </a:xfrm>
        </p:spPr>
        <p:txBody>
          <a:bodyPr/>
          <a:lstStyle>
            <a:lvl1pPr marL="0" indent="0">
              <a:buFontTx/>
              <a:buNone/>
              <a:defRPr sz="2100">
                <a:latin typeface="+mj-lt"/>
              </a:defRPr>
            </a:lvl1pPr>
          </a:lstStyle>
          <a:p>
            <a:pPr marL="0" marR="0" lvl="0" indent="0" algn="l" defTabSz="914400" rtl="0" eaLnBrk="1" fontAlgn="auto" latinLnBrk="0" hangingPunct="1">
              <a:lnSpc>
                <a:spcPct val="100000"/>
              </a:lnSpc>
              <a:spcBef>
                <a:spcPts val="1000"/>
              </a:spcBef>
              <a:spcAft>
                <a:spcPts val="0"/>
              </a:spcAft>
              <a:buClr>
                <a:srgbClr val="51237F"/>
              </a:buClr>
              <a:buSzTx/>
              <a:buFontTx/>
              <a:buNone/>
              <a:defRPr/>
            </a:pPr>
            <a:r>
              <a:rPr lang="en-US" dirty="0"/>
              <a:t>Subhead Arial 21 pt</a:t>
            </a:r>
            <a:endParaRPr lang="en-IN" dirty="0"/>
          </a:p>
          <a:p>
            <a:pPr marL="0" marR="0" lvl="0" indent="0" algn="l" defTabSz="914400" rtl="0" eaLnBrk="1" fontAlgn="auto" latinLnBrk="0" hangingPunct="1">
              <a:lnSpc>
                <a:spcPct val="100000"/>
              </a:lnSpc>
              <a:spcBef>
                <a:spcPts val="1000"/>
              </a:spcBef>
              <a:spcAft>
                <a:spcPts val="0"/>
              </a:spcAft>
              <a:buClr>
                <a:srgbClr val="51237F"/>
              </a:buClr>
              <a:buSzTx/>
              <a:buFontTx/>
              <a:buNone/>
              <a:defRPr/>
            </a:pPr>
            <a:endParaRPr lang="en-US" dirty="0"/>
          </a:p>
        </p:txBody>
      </p:sp>
      <p:sp>
        <p:nvSpPr>
          <p:cNvPr id="4" name="Slide Number Placeholder 3"/>
          <p:cNvSpPr>
            <a:spLocks noGrp="1"/>
          </p:cNvSpPr>
          <p:nvPr>
            <p:ph type="sldNum" sz="quarter" idx="11"/>
          </p:nvPr>
        </p:nvSpPr>
        <p:spPr/>
        <p:txBody>
          <a:bodyPr/>
          <a:lstStyle/>
          <a:p>
            <a:fld id="{4B327F5A-7D8F-4012-9A1A-2197D74A174F}" type="slidenum">
              <a:rPr lang="en-IN" smtClean="0"/>
            </a:fld>
            <a:endParaRPr lang="en-IN" dirty="0"/>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Head Only Slide">
    <p:spTree>
      <p:nvGrpSpPr>
        <p:cNvPr id="1" name=""/>
        <p:cNvGrpSpPr/>
        <p:nvPr/>
      </p:nvGrpSpPr>
      <p:grpSpPr>
        <a:xfrm>
          <a:off x="0" y="0"/>
          <a:ext cx="0" cy="0"/>
          <a:chOff x="0" y="0"/>
          <a:chExt cx="0" cy="0"/>
        </a:xfrm>
      </p:grpSpPr>
      <p:sp>
        <p:nvSpPr>
          <p:cNvPr id="3" name="Title 1"/>
          <p:cNvSpPr>
            <a:spLocks noGrp="1"/>
          </p:cNvSpPr>
          <p:nvPr>
            <p:ph type="title"/>
          </p:nvPr>
        </p:nvSpPr>
        <p:spPr>
          <a:xfrm>
            <a:off x="442762" y="224941"/>
            <a:ext cx="8349916" cy="507831"/>
          </a:xfrm>
        </p:spPr>
        <p:txBody>
          <a:bodyPr anchor="ctr"/>
          <a:lstStyle>
            <a:lvl1pPr algn="l">
              <a:lnSpc>
                <a:spcPct val="100000"/>
              </a:lnSpc>
              <a:defRPr>
                <a:solidFill>
                  <a:srgbClr val="005094"/>
                </a:solidFill>
              </a:defRPr>
            </a:lvl1pPr>
          </a:lstStyle>
          <a:p>
            <a:r>
              <a:rPr lang="en-US" dirty="0"/>
              <a:t>Click to edit Master title style</a:t>
            </a:r>
            <a:endParaRPr lang="en-US" dirty="0"/>
          </a:p>
        </p:txBody>
      </p:sp>
      <p:sp>
        <p:nvSpPr>
          <p:cNvPr id="2" name="Slide Number Placeholder 1"/>
          <p:cNvSpPr>
            <a:spLocks noGrp="1"/>
          </p:cNvSpPr>
          <p:nvPr>
            <p:ph type="sldNum" sz="quarter" idx="10"/>
          </p:nvPr>
        </p:nvSpPr>
        <p:spPr/>
        <p:txBody>
          <a:bodyPr/>
          <a:lstStyle/>
          <a:p>
            <a:fld id="{4B327F5A-7D8F-4012-9A1A-2197D74A174F}" type="slidenum">
              <a:rPr lang="en-IN" smtClean="0"/>
            </a:fld>
            <a:endParaRPr lang="en-IN" dirty="0"/>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4B327F5A-7D8F-4012-9A1A-2197D74A174F}" type="slidenum">
              <a:rPr lang="en-IN" smtClean="0"/>
            </a:fld>
            <a:endParaRPr lang="en-IN" dirty="0"/>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Quot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36639" y="998545"/>
            <a:ext cx="7072312" cy="2169825"/>
          </a:xfrm>
        </p:spPr>
        <p:txBody>
          <a:bodyPr vert="horz" wrap="square" lIns="91440" tIns="45720" rIns="91440" bIns="45720" rtlCol="0" anchor="b" anchorCtr="0">
            <a:spAutoFit/>
          </a:bodyPr>
          <a:lstStyle>
            <a:lvl1pPr marL="281305" indent="-91440">
              <a:lnSpc>
                <a:spcPct val="90000"/>
              </a:lnSpc>
              <a:defRPr lang="en-US" sz="3000" kern="2200" spc="0" baseline="0" dirty="0">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eu</a:t>
            </a:r>
            <a:r>
              <a:rPr lang="en-US" dirty="0"/>
              <a:t> </a:t>
            </a:r>
            <a:r>
              <a:rPr lang="en-US" dirty="0" err="1"/>
              <a:t>diam</a:t>
            </a:r>
            <a:r>
              <a:rPr lang="en-US" dirty="0"/>
              <a:t> </a:t>
            </a:r>
            <a:r>
              <a:rPr lang="en-US" dirty="0" err="1"/>
              <a:t>viverra</a:t>
            </a:r>
            <a:r>
              <a:rPr lang="en-US" dirty="0"/>
              <a:t>, semper </a:t>
            </a:r>
            <a:r>
              <a:rPr lang="en-US" dirty="0" err="1"/>
              <a:t>odio</a:t>
            </a:r>
            <a:r>
              <a:rPr lang="en-US" dirty="0"/>
              <a:t> </a:t>
            </a:r>
            <a:r>
              <a:rPr lang="en-US" dirty="0" err="1"/>
              <a:t>eu</a:t>
            </a:r>
            <a:r>
              <a:rPr lang="en-US" dirty="0"/>
              <a:t>, </a:t>
            </a:r>
            <a:r>
              <a:rPr lang="en-US" dirty="0" err="1"/>
              <a:t>interdum</a:t>
            </a:r>
            <a:r>
              <a:rPr lang="en-US" dirty="0"/>
              <a:t> </a:t>
            </a:r>
            <a:r>
              <a:rPr lang="en-US" dirty="0" err="1"/>
              <a:t>turpis</a:t>
            </a:r>
            <a:r>
              <a:rPr lang="en-US" dirty="0"/>
              <a:t>. </a:t>
            </a:r>
            <a:r>
              <a:rPr lang="en-US" dirty="0" err="1"/>
              <a:t>Proin</a:t>
            </a:r>
            <a:r>
              <a:rPr lang="en-US" dirty="0"/>
              <a:t> </a:t>
            </a:r>
            <a:r>
              <a:rPr lang="en-US" dirty="0" err="1"/>
              <a:t>placerat</a:t>
            </a:r>
            <a:r>
              <a:rPr lang="en-US" dirty="0"/>
              <a:t> ipsum mi, ac </a:t>
            </a:r>
            <a:r>
              <a:rPr lang="en-US" dirty="0" err="1"/>
              <a:t>sodales</a:t>
            </a:r>
            <a:r>
              <a:rPr lang="en-US" dirty="0"/>
              <a:t> </a:t>
            </a:r>
            <a:r>
              <a:rPr lang="en-US" dirty="0" err="1"/>
              <a:t>tellus</a:t>
            </a:r>
            <a:r>
              <a:rPr lang="en-US" dirty="0"/>
              <a:t> </a:t>
            </a:r>
            <a:r>
              <a:rPr lang="en-US" dirty="0" err="1"/>
              <a:t>congue</a:t>
            </a:r>
            <a:r>
              <a:rPr lang="en-US" dirty="0"/>
              <a:t> </a:t>
            </a:r>
            <a:r>
              <a:rPr lang="en-US" dirty="0" err="1"/>
              <a:t>amet</a:t>
            </a:r>
            <a:r>
              <a:rPr lang="en-US" dirty="0"/>
              <a:t> dolor.”</a:t>
            </a:r>
            <a:endParaRPr lang="en-US" dirty="0"/>
          </a:p>
        </p:txBody>
      </p:sp>
      <p:sp>
        <p:nvSpPr>
          <p:cNvPr id="3" name="Content Placeholder 2"/>
          <p:cNvSpPr>
            <a:spLocks noGrp="1"/>
          </p:cNvSpPr>
          <p:nvPr>
            <p:ph idx="1" hasCustomPrompt="1"/>
          </p:nvPr>
        </p:nvSpPr>
        <p:spPr>
          <a:xfrm>
            <a:off x="1036637" y="3383309"/>
            <a:ext cx="7072313" cy="541425"/>
          </a:xfrm>
        </p:spPr>
        <p:txBody>
          <a:bodyPr vert="horz" wrap="square" lIns="91440" tIns="45720" rIns="91440" bIns="45720" rtlCol="0">
            <a:noAutofit/>
          </a:bodyPr>
          <a:lstStyle>
            <a:lvl1pPr marL="0" indent="0" algn="r">
              <a:spcBef>
                <a:spcPts val="300"/>
              </a:spcBef>
              <a:buNone/>
              <a:defRPr lang="en-US" sz="1800" baseline="0" dirty="0" smtClean="0">
                <a:solidFill>
                  <a:srgbClr val="525252"/>
                </a:solidFill>
                <a:latin typeface="+mn-lt"/>
              </a:defRPr>
            </a:lvl1pPr>
            <a:lvl2pPr marL="229870" indent="0">
              <a:buNone/>
              <a:defRPr lang="en-US" dirty="0" smtClean="0"/>
            </a:lvl2pPr>
            <a:lvl3pPr marL="515620" indent="0">
              <a:buNone/>
              <a:defRPr lang="en-US" dirty="0" smtClean="0"/>
            </a:lvl3pPr>
            <a:lvl4pPr marL="800100" indent="0">
              <a:buNone/>
              <a:defRPr lang="en-US" dirty="0" smtClean="0"/>
            </a:lvl4pPr>
            <a:lvl5pPr marL="1085850" indent="0">
              <a:buNone/>
              <a:defRPr lang="en-US" dirty="0"/>
            </a:lvl5pPr>
          </a:lstStyle>
          <a:p>
            <a:pPr lvl="0"/>
            <a:r>
              <a:rPr lang="en-US" dirty="0"/>
              <a:t>—Author’s Name</a:t>
            </a:r>
            <a:endParaRPr lang="en-US" dirty="0"/>
          </a:p>
        </p:txBody>
      </p:sp>
      <p:sp>
        <p:nvSpPr>
          <p:cNvPr id="4" name="Slide Number Placeholder 3"/>
          <p:cNvSpPr>
            <a:spLocks noGrp="1"/>
          </p:cNvSpPr>
          <p:nvPr>
            <p:ph type="sldNum" sz="quarter" idx="10"/>
          </p:nvPr>
        </p:nvSpPr>
        <p:spPr/>
        <p:txBody>
          <a:bodyPr/>
          <a:lstStyle/>
          <a:p>
            <a:fld id="{4B327F5A-7D8F-4012-9A1A-2197D74A174F}" type="slidenum">
              <a:rPr lang="en-IN" smtClean="0"/>
            </a:fld>
            <a:endParaRPr lang="en-IN" dirty="0"/>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Closing Slide">
    <p:bg>
      <p:bgRef idx="1001">
        <a:schemeClr val="bg1"/>
      </p:bgRef>
    </p:bg>
    <p:spTree>
      <p:nvGrpSpPr>
        <p:cNvPr id="1" name=""/>
        <p:cNvGrpSpPr/>
        <p:nvPr/>
      </p:nvGrpSpPr>
      <p:grpSpPr>
        <a:xfrm>
          <a:off x="0" y="0"/>
          <a:ext cx="0" cy="0"/>
          <a:chOff x="0" y="0"/>
          <a:chExt cx="0" cy="0"/>
        </a:xfrm>
      </p:grpSpPr>
      <p:sp>
        <p:nvSpPr>
          <p:cNvPr id="7" name="Rectangle 6"/>
          <p:cNvSpPr/>
          <p:nvPr userDrawn="1"/>
        </p:nvSpPr>
        <p:spPr bwMode="auto">
          <a:xfrm>
            <a:off x="0" y="0"/>
            <a:ext cx="9143999" cy="1955800"/>
          </a:xfrm>
          <a:prstGeom prst="rect">
            <a:avLst/>
          </a:prstGeom>
          <a:gradFill flip="none" rotWithShape="1">
            <a:gsLst>
              <a:gs pos="0">
                <a:srgbClr val="004170"/>
              </a:gs>
              <a:gs pos="50000">
                <a:srgbClr val="005094"/>
              </a:gs>
              <a:gs pos="100000">
                <a:srgbClr val="004170"/>
              </a:gs>
            </a:gsLst>
            <a:path path="circle">
              <a:fillToRect l="100000" t="100000"/>
            </a:path>
            <a:tileRect r="-100000" b="-100000"/>
          </a:gradFill>
          <a:ln w="19050" algn="ctr">
            <a:noFill/>
            <a:miter lim="800000"/>
          </a:ln>
        </p:spPr>
        <p:txBody>
          <a:bodyPr wrap="none" rtlCol="0" anchor="ctr"/>
          <a:lstStyle/>
          <a:p>
            <a:pPr algn="ctr">
              <a:lnSpc>
                <a:spcPct val="90000"/>
              </a:lnSpc>
            </a:pPr>
            <a:endParaRPr lang="en-US" sz="1600" b="1" dirty="0" err="1">
              <a:solidFill>
                <a:schemeClr val="bg1"/>
              </a:solidFill>
              <a:latin typeface="+mj-lt"/>
            </a:endParaRPr>
          </a:p>
        </p:txBody>
      </p:sp>
      <p:sp>
        <p:nvSpPr>
          <p:cNvPr id="8" name="Title 1"/>
          <p:cNvSpPr>
            <a:spLocks noGrp="1"/>
          </p:cNvSpPr>
          <p:nvPr>
            <p:ph type="ctrTitle"/>
          </p:nvPr>
        </p:nvSpPr>
        <p:spPr>
          <a:xfrm>
            <a:off x="1036637" y="2445200"/>
            <a:ext cx="6950076" cy="517065"/>
          </a:xfrm>
        </p:spPr>
        <p:txBody>
          <a:bodyPr/>
          <a:lstStyle>
            <a:lvl1pPr algn="l">
              <a:defRPr sz="3600">
                <a:solidFill>
                  <a:srgbClr val="005094"/>
                </a:solidFill>
              </a:defRPr>
            </a:lvl1pPr>
          </a:lstStyle>
          <a:p>
            <a:r>
              <a:rPr lang="en-US" dirty="0"/>
              <a:t>Click to edit Master title style</a:t>
            </a:r>
            <a:endParaRPr lang="en-GB" dirty="0"/>
          </a:p>
        </p:txBody>
      </p:sp>
      <p:pic>
        <p:nvPicPr>
          <p:cNvPr id="2" name="Picture 1" descr="A black and white sign with white text&#10;&#10;Description automatically generated"/>
          <p:cNvPicPr>
            <a:picLocks noChangeAspect="1"/>
          </p:cNvPicPr>
          <p:nvPr userDrawn="1"/>
        </p:nvPicPr>
        <p:blipFill>
          <a:blip r:embed="rId2"/>
          <a:stretch>
            <a:fillRect/>
          </a:stretch>
        </p:blipFill>
        <p:spPr>
          <a:xfrm>
            <a:off x="1036637" y="552043"/>
            <a:ext cx="3535363" cy="814976"/>
          </a:xfrm>
          <a:prstGeom prst="rect">
            <a:avLst/>
          </a:prstGeom>
        </p:spPr>
      </p:pic>
      <p:sp>
        <p:nvSpPr>
          <p:cNvPr id="3" name="Rectangle 2"/>
          <p:cNvSpPr/>
          <p:nvPr userDrawn="1"/>
        </p:nvSpPr>
        <p:spPr bwMode="auto">
          <a:xfrm>
            <a:off x="-2" y="4817444"/>
            <a:ext cx="9143999" cy="326056"/>
          </a:xfrm>
          <a:prstGeom prst="rect">
            <a:avLst/>
          </a:prstGeom>
          <a:gradFill flip="none" rotWithShape="1">
            <a:gsLst>
              <a:gs pos="0">
                <a:srgbClr val="005094"/>
              </a:gs>
              <a:gs pos="50000">
                <a:srgbClr val="005094"/>
              </a:gs>
              <a:gs pos="75000">
                <a:srgbClr val="3A195B"/>
              </a:gs>
            </a:gsLst>
            <a:path path="circle">
              <a:fillToRect l="100000" t="100000"/>
            </a:path>
            <a:tileRect r="-100000" b="-100000"/>
          </a:gradFill>
          <a:ln w="19050" algn="ctr">
            <a:noFill/>
            <a:miter lim="800000"/>
          </a:ln>
        </p:spPr>
        <p:txBody>
          <a:bodyPr wrap="none" rtlCol="0" anchor="ctr"/>
          <a:lstStyle/>
          <a:p>
            <a:pPr algn="l">
              <a:lnSpc>
                <a:spcPct val="90000"/>
              </a:lnSpc>
            </a:pPr>
            <a:endParaRPr lang="en-US" sz="1200" b="0" dirty="0">
              <a:solidFill>
                <a:schemeClr val="bg1"/>
              </a:solidFill>
              <a:latin typeface="+mj-lt"/>
            </a:endParaRPr>
          </a:p>
        </p:txBody>
      </p:sp>
      <p:sp>
        <p:nvSpPr>
          <p:cNvPr id="4" name="Slide Number Placeholder 3"/>
          <p:cNvSpPr>
            <a:spLocks noGrp="1"/>
          </p:cNvSpPr>
          <p:nvPr>
            <p:ph type="sldNum" sz="quarter" idx="10"/>
          </p:nvPr>
        </p:nvSpPr>
        <p:spPr/>
        <p:txBody>
          <a:bodyPr/>
          <a:lstStyle/>
          <a:p>
            <a:fld id="{4B327F5A-7D8F-4012-9A1A-2197D74A174F}" type="slidenum">
              <a:rPr lang="en-IN" smtClean="0"/>
            </a:fld>
            <a:endParaRPr lang="en-IN" dirty="0"/>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1F2F2"/>
            </a:gs>
            <a:gs pos="100000">
              <a:srgbClr val="EBEBEC"/>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6" name="Rectangle 5"/>
          <p:cNvSpPr/>
          <p:nvPr userDrawn="1"/>
        </p:nvSpPr>
        <p:spPr bwMode="auto">
          <a:xfrm>
            <a:off x="-2" y="4817444"/>
            <a:ext cx="9143999" cy="326056"/>
          </a:xfrm>
          <a:prstGeom prst="rect">
            <a:avLst/>
          </a:prstGeom>
          <a:gradFill flip="none" rotWithShape="1">
            <a:gsLst>
              <a:gs pos="0">
                <a:srgbClr val="005094"/>
              </a:gs>
              <a:gs pos="50000">
                <a:srgbClr val="005094"/>
              </a:gs>
              <a:gs pos="75000">
                <a:srgbClr val="3A195B"/>
              </a:gs>
            </a:gsLst>
            <a:path path="circle">
              <a:fillToRect l="100000" t="100000"/>
            </a:path>
            <a:tileRect r="-100000" b="-100000"/>
          </a:gradFill>
          <a:ln w="19050" algn="ctr">
            <a:noFill/>
            <a:miter lim="800000"/>
          </a:ln>
        </p:spPr>
        <p:txBody>
          <a:bodyPr wrap="none" rtlCol="0" anchor="ctr"/>
          <a:lstStyle/>
          <a:p>
            <a:pPr algn="l">
              <a:lnSpc>
                <a:spcPct val="90000"/>
              </a:lnSpc>
            </a:pPr>
            <a:endParaRPr lang="en-US" sz="1200" b="0" dirty="0">
              <a:solidFill>
                <a:schemeClr val="bg1"/>
              </a:solidFill>
              <a:latin typeface="+mj-lt"/>
            </a:endParaRPr>
          </a:p>
        </p:txBody>
      </p:sp>
      <p:sp>
        <p:nvSpPr>
          <p:cNvPr id="2" name="Title Placeholder 1"/>
          <p:cNvSpPr>
            <a:spLocks noGrp="1"/>
          </p:cNvSpPr>
          <p:nvPr>
            <p:ph type="title"/>
          </p:nvPr>
        </p:nvSpPr>
        <p:spPr>
          <a:xfrm>
            <a:off x="1036638" y="633475"/>
            <a:ext cx="7072312" cy="438582"/>
          </a:xfrm>
          <a:prstGeom prst="rect">
            <a:avLst/>
          </a:prstGeom>
        </p:spPr>
        <p:txBody>
          <a:bodyPr vert="horz" wrap="square" lIns="0" tIns="0" rIns="0" bIns="45720" rtlCol="0" anchor="t" anchorCtr="0">
            <a:spAutoFit/>
          </a:bodyPr>
          <a:lstStyle/>
          <a:p>
            <a:r>
              <a:rPr lang="en-US" dirty="0"/>
              <a:t>Slide Title Here</a:t>
            </a:r>
            <a:endParaRPr lang="en-US" dirty="0"/>
          </a:p>
        </p:txBody>
      </p:sp>
      <p:sp>
        <p:nvSpPr>
          <p:cNvPr id="3" name="Text Placeholder 2"/>
          <p:cNvSpPr>
            <a:spLocks noGrp="1"/>
          </p:cNvSpPr>
          <p:nvPr>
            <p:ph type="body" idx="1"/>
          </p:nvPr>
        </p:nvSpPr>
        <p:spPr>
          <a:xfrm>
            <a:off x="1036638" y="1108347"/>
            <a:ext cx="7072312" cy="3171045"/>
          </a:xfrm>
          <a:prstGeom prst="rect">
            <a:avLst/>
          </a:prstGeom>
        </p:spPr>
        <p:txBody>
          <a:bodyPr vert="horz" wrap="square" lIns="0" tIns="0" rIns="0" bIns="45720" rtlCol="0">
            <a:noAutofit/>
          </a:bodyPr>
          <a:lstStyle/>
          <a:p>
            <a:pPr lvl="0"/>
            <a:r>
              <a:rPr lang="en-US" dirty="0"/>
              <a:t>Click to edit bullet text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pic>
        <p:nvPicPr>
          <p:cNvPr id="9" name="Picture 8" descr="A blue and black logo&#10;&#10;Description automatically generated"/>
          <p:cNvPicPr>
            <a:picLocks noChangeAspect="1"/>
          </p:cNvPicPr>
          <p:nvPr userDrawn="1"/>
        </p:nvPicPr>
        <p:blipFill rotWithShape="1">
          <a:blip r:embed="rId12"/>
          <a:srcRect r="74035"/>
          <a:stretch>
            <a:fillRect/>
          </a:stretch>
        </p:blipFill>
        <p:spPr>
          <a:xfrm>
            <a:off x="8366780" y="118792"/>
            <a:ext cx="712936" cy="720000"/>
          </a:xfrm>
          <a:prstGeom prst="rect">
            <a:avLst/>
          </a:prstGeom>
        </p:spPr>
      </p:pic>
      <p:sp>
        <p:nvSpPr>
          <p:cNvPr id="11" name="Slide Number Placeholder 10"/>
          <p:cNvSpPr>
            <a:spLocks noGrp="1"/>
          </p:cNvSpPr>
          <p:nvPr>
            <p:ph type="sldNum" sz="quarter" idx="4"/>
          </p:nvPr>
        </p:nvSpPr>
        <p:spPr>
          <a:xfrm>
            <a:off x="8466073" y="4817444"/>
            <a:ext cx="514350" cy="326056"/>
          </a:xfrm>
          <a:prstGeom prst="rect">
            <a:avLst/>
          </a:prstGeom>
        </p:spPr>
        <p:txBody>
          <a:bodyPr vert="horz" lIns="91440" tIns="45720" rIns="91440" bIns="45720" rtlCol="0" anchor="ctr"/>
          <a:lstStyle>
            <a:lvl1pPr algn="r">
              <a:defRPr sz="1200">
                <a:solidFill>
                  <a:schemeClr val="bg1"/>
                </a:solidFill>
              </a:defRPr>
            </a:lvl1pPr>
          </a:lstStyle>
          <a:p>
            <a:fld id="{4B327F5A-7D8F-4012-9A1A-2197D74A174F}" type="slidenum">
              <a:rPr lang="en-IN" smtClean="0"/>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hf hdr="0" ftr="0" dt="0"/>
  <p:txStyles>
    <p:titleStyle>
      <a:lvl1pPr algn="l" defTabSz="914400" rtl="0" eaLnBrk="1" latinLnBrk="0" hangingPunct="1">
        <a:lnSpc>
          <a:spcPct val="85000"/>
        </a:lnSpc>
        <a:spcBef>
          <a:spcPct val="0"/>
        </a:spcBef>
        <a:buNone/>
        <a:defRPr lang="en-US" sz="3000" b="0" kern="1200" cap="none" spc="0" baseline="0" dirty="0" smtClean="0">
          <a:solidFill>
            <a:srgbClr val="005094"/>
          </a:solidFill>
          <a:latin typeface="+mj-lt"/>
          <a:ea typeface="Roboto" panose="02000000000000000000" pitchFamily="2" charset="0"/>
          <a:cs typeface="Roboto" panose="02000000000000000000" pitchFamily="2" charset="0"/>
        </a:defRPr>
      </a:lvl1pPr>
    </p:titleStyle>
    <p:bodyStyle>
      <a:lvl1pPr marL="168275" indent="-168275" algn="l" defTabSz="914400" rtl="0" eaLnBrk="1" latinLnBrk="0" hangingPunct="1">
        <a:lnSpc>
          <a:spcPct val="100000"/>
        </a:lnSpc>
        <a:spcBef>
          <a:spcPts val="1000"/>
        </a:spcBef>
        <a:buClr>
          <a:srgbClr val="005094"/>
        </a:buClr>
        <a:buFont typeface="Wingdings" panose="05000000000000000000" pitchFamily="2" charset="2"/>
        <a:buChar char="§"/>
        <a:defRPr lang="en-US" sz="1800" b="0" kern="1200" dirty="0" smtClean="0">
          <a:solidFill>
            <a:srgbClr val="525252"/>
          </a:solidFill>
          <a:latin typeface="+mn-lt"/>
          <a:ea typeface="Roboto" panose="02000000000000000000" pitchFamily="2" charset="0"/>
          <a:cs typeface="Roboto" panose="02000000000000000000" pitchFamily="2" charset="0"/>
        </a:defRPr>
      </a:lvl1pPr>
      <a:lvl2pPr marL="457200" indent="-22733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2pPr>
      <a:lvl3pPr marL="742950" indent="-22733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3pPr>
      <a:lvl4pPr marL="1028700" indent="-22860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4pPr>
      <a:lvl5pPr marL="1313180" indent="-22733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a:solidFill>
            <a:srgbClr val="525252"/>
          </a:solidFill>
          <a:latin typeface="+mn-lt"/>
          <a:ea typeface="Roboto" panose="02000000000000000000" pitchFamily="2" charset="0"/>
          <a:cs typeface="Roboto" panose="02000000000000000000" pitchFamily="2"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0945" y="1765783"/>
            <a:ext cx="9214945" cy="819785"/>
          </a:xfrm>
        </p:spPr>
        <p:txBody>
          <a:bodyPr wrap="square"/>
          <a:lstStyle/>
          <a:p>
            <a:pPr algn="ctr"/>
            <a:r>
              <a:rPr lang="en-US" sz="2800" b="1" dirty="0"/>
              <a:t>STUDENT LEARNING MODELS </a:t>
            </a:r>
            <a:br>
              <a:rPr lang="en-US" sz="2800" b="1" dirty="0"/>
            </a:br>
            <a:r>
              <a:rPr lang="en-US" sz="2800" b="1" dirty="0"/>
              <a:t> Review</a:t>
            </a:r>
            <a:r>
              <a:rPr lang="en-IN" altLang="en-US" sz="2800" b="1" dirty="0"/>
              <a:t> - 2</a:t>
            </a:r>
            <a:endParaRPr lang="en-IN" altLang="en-US" sz="2800" b="1" dirty="0">
              <a:solidFill>
                <a:srgbClr val="0070C0"/>
              </a:solidFill>
            </a:endParaRPr>
          </a:p>
        </p:txBody>
      </p:sp>
      <p:sp>
        <p:nvSpPr>
          <p:cNvPr id="6" name="Text Placeholder 5"/>
          <p:cNvSpPr>
            <a:spLocks noGrp="1"/>
          </p:cNvSpPr>
          <p:nvPr>
            <p:ph type="body" sz="quarter" idx="10"/>
          </p:nvPr>
        </p:nvSpPr>
        <p:spPr>
          <a:xfrm>
            <a:off x="1196113" y="2571750"/>
            <a:ext cx="7069512" cy="432343"/>
          </a:xfrm>
        </p:spPr>
        <p:txBody>
          <a:bodyPr/>
          <a:lstStyle/>
          <a:p>
            <a:pPr algn="ctr"/>
            <a:r>
              <a:rPr lang="en-US" sz="2500" b="1" dirty="0"/>
              <a:t>Deep Learning </a:t>
            </a:r>
            <a:r>
              <a:rPr lang="en-IN" altLang="en-US" sz="2500" b="1" dirty="0"/>
              <a:t>Framework for Speech to Text Conversion in Dysarthric patients</a:t>
            </a:r>
            <a:endParaRPr lang="en-IN" altLang="en-US" sz="2500" b="1" dirty="0">
              <a:solidFill>
                <a:srgbClr val="0070C0"/>
              </a:solidFill>
              <a:latin typeface="+mj-lt"/>
            </a:endParaRPr>
          </a:p>
        </p:txBody>
      </p:sp>
      <p:sp>
        <p:nvSpPr>
          <p:cNvPr id="7" name="Slide Number Placeholder 6"/>
          <p:cNvSpPr>
            <a:spLocks noGrp="1"/>
          </p:cNvSpPr>
          <p:nvPr>
            <p:ph type="sldNum" sz="quarter" idx="4"/>
          </p:nvPr>
        </p:nvSpPr>
        <p:spPr>
          <a:xfrm>
            <a:off x="8466073" y="4817444"/>
            <a:ext cx="514350" cy="326056"/>
          </a:xfrm>
        </p:spPr>
        <p:txBody>
          <a:bodyPr/>
          <a:lstStyle/>
          <a:p>
            <a:fld id="{4B327F5A-7D8F-4012-9A1A-2197D74A174F}" type="slidenum">
              <a:rPr lang="en-IN" smtClean="0"/>
            </a:fld>
            <a:endParaRPr lang="en-IN" dirty="0"/>
          </a:p>
        </p:txBody>
      </p:sp>
      <p:sp>
        <p:nvSpPr>
          <p:cNvPr id="2" name="Text Placeholder 5"/>
          <p:cNvSpPr txBox="1"/>
          <p:nvPr/>
        </p:nvSpPr>
        <p:spPr>
          <a:xfrm>
            <a:off x="299544" y="4173817"/>
            <a:ext cx="3302876" cy="432343"/>
          </a:xfrm>
          <a:prstGeom prst="rect">
            <a:avLst/>
          </a:prstGeom>
        </p:spPr>
        <p:txBody>
          <a:bodyPr vert="horz" wrap="square" lIns="0" tIns="0" rIns="0" bIns="45720" rtlCol="0" anchor="t" anchorCtr="0">
            <a:noAutofit/>
          </a:bodyPr>
          <a:lstStyle>
            <a:lvl1pPr marL="0" indent="0" algn="l" defTabSz="914400" rtl="0" eaLnBrk="1" latinLnBrk="0" hangingPunct="1">
              <a:lnSpc>
                <a:spcPct val="100000"/>
              </a:lnSpc>
              <a:spcBef>
                <a:spcPts val="0"/>
              </a:spcBef>
              <a:buClr>
                <a:srgbClr val="005094"/>
              </a:buClr>
              <a:buFontTx/>
              <a:buNone/>
              <a:defRPr lang="en-US" sz="1800" b="0" i="0" kern="1200" baseline="0" dirty="0" smtClean="0">
                <a:solidFill>
                  <a:srgbClr val="525252"/>
                </a:solidFill>
                <a:latin typeface="+mn-lt"/>
                <a:ea typeface="Roboto" panose="02000000000000000000" pitchFamily="2" charset="0"/>
                <a:cs typeface="Roboto" panose="02000000000000000000" pitchFamily="2" charset="0"/>
              </a:defRPr>
            </a:lvl1pPr>
            <a:lvl2pPr marL="457200" indent="-22733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2pPr>
            <a:lvl3pPr marL="742950" indent="-22733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3pPr>
            <a:lvl4pPr marL="1028700" indent="-22860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4pPr>
            <a:lvl5pPr marL="1313180" indent="-22733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a:solidFill>
                  <a:srgbClr val="525252"/>
                </a:solidFill>
                <a:latin typeface="+mn-lt"/>
                <a:ea typeface="Roboto" panose="02000000000000000000" pitchFamily="2" charset="0"/>
                <a:cs typeface="Roboto" panose="02000000000000000000" pitchFamily="2"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400" b="1" dirty="0">
                <a:solidFill>
                  <a:srgbClr val="7030A0"/>
                </a:solidFill>
                <a:latin typeface="+mj-lt"/>
              </a:rPr>
              <a:t>Batch Number:</a:t>
            </a:r>
            <a:r>
              <a:rPr lang="en-IN" altLang="en-US" sz="1400" b="1" dirty="0">
                <a:solidFill>
                  <a:srgbClr val="7030A0"/>
                </a:solidFill>
                <a:latin typeface="+mj-lt"/>
              </a:rPr>
              <a:t> 08</a:t>
            </a:r>
            <a:endParaRPr lang="en-US" sz="1400" b="1" dirty="0">
              <a:solidFill>
                <a:srgbClr val="7030A0"/>
              </a:solidFill>
              <a:latin typeface="+mj-lt"/>
            </a:endParaRPr>
          </a:p>
          <a:p>
            <a:r>
              <a:rPr lang="en-IN" altLang="en-US" sz="1400" b="1" dirty="0">
                <a:solidFill>
                  <a:srgbClr val="0070C0"/>
                </a:solidFill>
                <a:latin typeface="+mj-lt"/>
              </a:rPr>
              <a:t>24951A1256 </a:t>
            </a:r>
            <a:r>
              <a:rPr lang="en-US" sz="1400" b="1" dirty="0">
                <a:solidFill>
                  <a:srgbClr val="0070C0"/>
                </a:solidFill>
                <a:latin typeface="+mj-lt"/>
              </a:rPr>
              <a:t>-</a:t>
            </a:r>
            <a:r>
              <a:rPr lang="en-IN" altLang="en-US" sz="1400" b="1" dirty="0">
                <a:solidFill>
                  <a:srgbClr val="0070C0"/>
                </a:solidFill>
                <a:latin typeface="+mj-lt"/>
              </a:rPr>
              <a:t> T. NAVANEETH REDDY</a:t>
            </a:r>
            <a:endParaRPr lang="en-US" sz="1400" b="1" dirty="0">
              <a:solidFill>
                <a:srgbClr val="0070C0"/>
              </a:solidFill>
              <a:latin typeface="+mj-lt"/>
            </a:endParaRPr>
          </a:p>
          <a:p>
            <a:r>
              <a:rPr lang="en-IN" altLang="en-US" sz="1400" b="1" dirty="0">
                <a:solidFill>
                  <a:srgbClr val="0070C0"/>
                </a:solidFill>
              </a:rPr>
              <a:t>25955A1203 </a:t>
            </a:r>
            <a:r>
              <a:rPr lang="en-US" sz="1400" b="1" dirty="0">
                <a:solidFill>
                  <a:srgbClr val="0070C0"/>
                </a:solidFill>
              </a:rPr>
              <a:t>- </a:t>
            </a:r>
            <a:r>
              <a:rPr lang="en-IN" altLang="en-US" sz="1400" b="1" dirty="0">
                <a:solidFill>
                  <a:srgbClr val="0070C0"/>
                </a:solidFill>
              </a:rPr>
              <a:t>D. MADHU</a:t>
            </a:r>
            <a:endParaRPr lang="en-IN" altLang="en-US" sz="1400" b="1" dirty="0">
              <a:solidFill>
                <a:srgbClr val="0070C0"/>
              </a:solidFill>
              <a:latin typeface="+mj-lt"/>
            </a:endParaRPr>
          </a:p>
        </p:txBody>
      </p:sp>
      <p:sp>
        <p:nvSpPr>
          <p:cNvPr id="3" name="Text Placeholder 5"/>
          <p:cNvSpPr txBox="1"/>
          <p:nvPr/>
        </p:nvSpPr>
        <p:spPr>
          <a:xfrm>
            <a:off x="2920562" y="3485334"/>
            <a:ext cx="3302876" cy="432343"/>
          </a:xfrm>
          <a:prstGeom prst="rect">
            <a:avLst/>
          </a:prstGeom>
        </p:spPr>
        <p:txBody>
          <a:bodyPr vert="horz" wrap="square" lIns="0" tIns="0" rIns="0" bIns="45720" rtlCol="0" anchor="t" anchorCtr="0">
            <a:noAutofit/>
          </a:bodyPr>
          <a:lstStyle>
            <a:lvl1pPr marL="0" indent="0" algn="l" defTabSz="914400" rtl="0" eaLnBrk="1" latinLnBrk="0" hangingPunct="1">
              <a:lnSpc>
                <a:spcPct val="100000"/>
              </a:lnSpc>
              <a:spcBef>
                <a:spcPts val="0"/>
              </a:spcBef>
              <a:buClr>
                <a:srgbClr val="005094"/>
              </a:buClr>
              <a:buFontTx/>
              <a:buNone/>
              <a:defRPr lang="en-US" sz="1800" b="0" i="0" kern="1200" baseline="0" dirty="0" smtClean="0">
                <a:solidFill>
                  <a:srgbClr val="525252"/>
                </a:solidFill>
                <a:latin typeface="+mn-lt"/>
                <a:ea typeface="Roboto" panose="02000000000000000000" pitchFamily="2" charset="0"/>
                <a:cs typeface="Roboto" panose="02000000000000000000" pitchFamily="2" charset="0"/>
              </a:defRPr>
            </a:lvl1pPr>
            <a:lvl2pPr marL="457200" indent="-22733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2pPr>
            <a:lvl3pPr marL="742950" indent="-22733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3pPr>
            <a:lvl4pPr marL="1028700" indent="-22860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4pPr>
            <a:lvl5pPr marL="1313180" indent="-22733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a:solidFill>
                  <a:srgbClr val="525252"/>
                </a:solidFill>
                <a:latin typeface="+mn-lt"/>
                <a:ea typeface="Roboto" panose="02000000000000000000" pitchFamily="2" charset="0"/>
                <a:cs typeface="Roboto" panose="02000000000000000000" pitchFamily="2"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ctr"/>
            <a:r>
              <a:rPr lang="en-US" sz="1400" b="1" dirty="0">
                <a:solidFill>
                  <a:srgbClr val="0070C0"/>
                </a:solidFill>
                <a:latin typeface="+mj-lt"/>
              </a:rPr>
              <a:t>Under the Guidance </a:t>
            </a:r>
            <a:endParaRPr lang="en-US" sz="1400" b="1" dirty="0">
              <a:solidFill>
                <a:srgbClr val="0070C0"/>
              </a:solidFill>
              <a:latin typeface="+mj-lt"/>
            </a:endParaRPr>
          </a:p>
          <a:p>
            <a:pPr algn="ctr"/>
            <a:r>
              <a:rPr lang="en-US" sz="1400" b="1" dirty="0">
                <a:solidFill>
                  <a:srgbClr val="0070C0"/>
                </a:solidFill>
                <a:latin typeface="+mj-lt"/>
              </a:rPr>
              <a:t>of </a:t>
            </a:r>
            <a:endParaRPr lang="en-US" sz="1400" b="1" dirty="0">
              <a:solidFill>
                <a:srgbClr val="0070C0"/>
              </a:solidFill>
              <a:latin typeface="+mj-lt"/>
            </a:endParaRPr>
          </a:p>
          <a:p>
            <a:pPr algn="ctr"/>
            <a:r>
              <a:rPr lang="en-US" altLang="en-US" sz="1400" b="1" dirty="0">
                <a:solidFill>
                  <a:srgbClr val="0070C0"/>
                </a:solidFill>
              </a:rPr>
              <a:t>Ms. </a:t>
            </a:r>
            <a:r>
              <a:rPr lang="en-IN" altLang="en-US" sz="1400" b="1" dirty="0">
                <a:solidFill>
                  <a:srgbClr val="0070C0"/>
                </a:solidFill>
              </a:rPr>
              <a:t>C. S. L. Vijaya Durga</a:t>
            </a:r>
            <a:endParaRPr lang="en-US" altLang="en-US" sz="1400" b="1" dirty="0">
              <a:solidFill>
                <a:srgbClr val="0070C0"/>
              </a:solidFill>
            </a:endParaRPr>
          </a:p>
          <a:p>
            <a:pPr algn="ctr"/>
            <a:endParaRPr lang="en-US" altLang="en-US" sz="1400" b="1" dirty="0">
              <a:solidFill>
                <a:srgbClr val="0070C0"/>
              </a:solidFill>
              <a:latin typeface="+mj-lt"/>
            </a:endParaRPr>
          </a:p>
        </p:txBody>
      </p:sp>
      <p:sp>
        <p:nvSpPr>
          <p:cNvPr id="5" name="Text Placeholder 5"/>
          <p:cNvSpPr txBox="1"/>
          <p:nvPr/>
        </p:nvSpPr>
        <p:spPr>
          <a:xfrm>
            <a:off x="208893" y="1410497"/>
            <a:ext cx="7464972" cy="432343"/>
          </a:xfrm>
          <a:prstGeom prst="rect">
            <a:avLst/>
          </a:prstGeom>
        </p:spPr>
        <p:txBody>
          <a:bodyPr vert="horz" wrap="square" lIns="0" tIns="0" rIns="0" bIns="45720" rtlCol="0" anchor="t" anchorCtr="0">
            <a:noAutofit/>
          </a:bodyPr>
          <a:lstStyle>
            <a:lvl1pPr marL="0" indent="0" algn="l" defTabSz="914400" rtl="0" eaLnBrk="1" latinLnBrk="0" hangingPunct="1">
              <a:lnSpc>
                <a:spcPct val="100000"/>
              </a:lnSpc>
              <a:spcBef>
                <a:spcPts val="0"/>
              </a:spcBef>
              <a:buClr>
                <a:srgbClr val="005094"/>
              </a:buClr>
              <a:buFontTx/>
              <a:buNone/>
              <a:defRPr lang="en-US" sz="1800" b="0" i="0" kern="1200" baseline="0" dirty="0" smtClean="0">
                <a:solidFill>
                  <a:srgbClr val="525252"/>
                </a:solidFill>
                <a:latin typeface="+mn-lt"/>
                <a:ea typeface="Roboto" panose="02000000000000000000" pitchFamily="2" charset="0"/>
                <a:cs typeface="Roboto" panose="02000000000000000000" pitchFamily="2" charset="0"/>
              </a:defRPr>
            </a:lvl1pPr>
            <a:lvl2pPr marL="457200" indent="-22733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2pPr>
            <a:lvl3pPr marL="742950" indent="-22733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3pPr>
            <a:lvl4pPr marL="1028700" indent="-22860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4pPr>
            <a:lvl5pPr marL="1313180" indent="-22733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a:solidFill>
                  <a:srgbClr val="525252"/>
                </a:solidFill>
                <a:latin typeface="+mn-lt"/>
                <a:ea typeface="Roboto" panose="02000000000000000000" pitchFamily="2" charset="0"/>
                <a:cs typeface="Roboto" panose="02000000000000000000" pitchFamily="2"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ctr"/>
            <a:r>
              <a:rPr lang="en-US" b="1" dirty="0">
                <a:solidFill>
                  <a:srgbClr val="D7B46E"/>
                </a:solidFill>
                <a:latin typeface="+mj-lt"/>
              </a:rPr>
              <a:t>Department of Information Technology</a:t>
            </a:r>
            <a:endParaRPr lang="en-US" altLang="en-US" b="1" dirty="0">
              <a:solidFill>
                <a:srgbClr val="D7B46E"/>
              </a:solidFill>
              <a:latin typeface="+mj-lt"/>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2762" y="225174"/>
            <a:ext cx="8349916" cy="507365"/>
          </a:xfrm>
        </p:spPr>
        <p:txBody>
          <a:bodyPr/>
          <a:p>
            <a:r>
              <a:rPr lang="en-US" altLang="en-GB"/>
              <a:t>Project Overview</a:t>
            </a:r>
            <a:endParaRPr lang="en-US" altLang="en-GB"/>
          </a:p>
        </p:txBody>
      </p:sp>
      <p:sp>
        <p:nvSpPr>
          <p:cNvPr id="3" name="Content Placeholder 2"/>
          <p:cNvSpPr>
            <a:spLocks noGrp="1"/>
          </p:cNvSpPr>
          <p:nvPr>
            <p:ph idx="1"/>
          </p:nvPr>
        </p:nvSpPr>
        <p:spPr/>
        <p:txBody>
          <a:bodyPr/>
          <a:p>
            <a:r>
              <a:rPr lang="en-US" altLang="en-GB">
                <a:solidFill>
                  <a:schemeClr val="accent2">
                    <a:lumMod val="50000"/>
                  </a:schemeClr>
                </a:solidFill>
              </a:rPr>
              <a:t>Dysarthria is a motor speech disorder that affects a person’s ability to articulate speech clearly due to neurological damage affecting speech muscles.</a:t>
            </a:r>
            <a:endParaRPr lang="en-US" altLang="en-GB">
              <a:solidFill>
                <a:schemeClr val="accent2">
                  <a:lumMod val="50000"/>
                </a:schemeClr>
              </a:solidFill>
            </a:endParaRPr>
          </a:p>
          <a:p>
            <a:r>
              <a:rPr lang="en-US" altLang="en-GB">
                <a:solidFill>
                  <a:schemeClr val="accent2">
                    <a:lumMod val="50000"/>
                  </a:schemeClr>
                </a:solidFill>
              </a:rPr>
              <a:t>Conventional Automatic Speech Recognition (ASR) systems are trained on normal speech and perform poorly when applied to dysarthric speech.</a:t>
            </a:r>
            <a:endParaRPr lang="en-US" altLang="en-GB">
              <a:solidFill>
                <a:schemeClr val="accent2">
                  <a:lumMod val="50000"/>
                </a:schemeClr>
              </a:solidFill>
            </a:endParaRPr>
          </a:p>
          <a:p>
            <a:r>
              <a:rPr lang="en-US" altLang="en-GB">
                <a:solidFill>
                  <a:schemeClr val="accent2">
                    <a:lumMod val="50000"/>
                  </a:schemeClr>
                </a:solidFill>
              </a:rPr>
              <a:t>This project proposes a deep learning–based speech-to-text framework specifically designed for recognizing dysarthric speech patterns.</a:t>
            </a:r>
            <a:endParaRPr lang="en-US" altLang="en-GB">
              <a:solidFill>
                <a:schemeClr val="accent2">
                  <a:lumMod val="50000"/>
                </a:schemeClr>
              </a:solidFill>
            </a:endParaRPr>
          </a:p>
        </p:txBody>
      </p:sp>
      <p:sp>
        <p:nvSpPr>
          <p:cNvPr id="4" name="Text Placeholder 3"/>
          <p:cNvSpPr>
            <a:spLocks noGrp="1"/>
          </p:cNvSpPr>
          <p:nvPr>
            <p:ph type="body" sz="quarter" idx="12"/>
          </p:nvPr>
        </p:nvSpPr>
        <p:spPr/>
        <p:txBody>
          <a:bodyPr/>
          <a:p>
            <a:endParaRPr lang="en-GB" altLang="en-US"/>
          </a:p>
        </p:txBody>
      </p:sp>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2762" y="225174"/>
            <a:ext cx="8349916" cy="507365"/>
          </a:xfrm>
        </p:spPr>
        <p:txBody>
          <a:bodyPr/>
          <a:p>
            <a:r>
              <a:rPr altLang="en-GB">
                <a:sym typeface="+mn-ea"/>
              </a:rPr>
              <a:t>Project Overview</a:t>
            </a:r>
            <a:endParaRPr lang="en-GB" altLang="en-US"/>
          </a:p>
        </p:txBody>
      </p:sp>
      <p:sp>
        <p:nvSpPr>
          <p:cNvPr id="3" name="Content Placeholder 2"/>
          <p:cNvSpPr>
            <a:spLocks noGrp="1"/>
          </p:cNvSpPr>
          <p:nvPr>
            <p:ph idx="1"/>
          </p:nvPr>
        </p:nvSpPr>
        <p:spPr/>
        <p:txBody>
          <a:bodyPr/>
          <a:p>
            <a:r>
              <a:rPr lang="en-US" altLang="en-GB">
                <a:solidFill>
                  <a:schemeClr val="accent2">
                    <a:lumMod val="50000"/>
                  </a:schemeClr>
                </a:solidFill>
              </a:rPr>
              <a:t>The system processes speech signals using audio preprocessing, feature extraction, and deep learning models to improve transcription accuracy.</a:t>
            </a:r>
            <a:endParaRPr lang="en-US" altLang="en-GB">
              <a:solidFill>
                <a:schemeClr val="accent2">
                  <a:lumMod val="50000"/>
                </a:schemeClr>
              </a:solidFill>
            </a:endParaRPr>
          </a:p>
          <a:p>
            <a:r>
              <a:rPr lang="en-US" altLang="en-GB">
                <a:solidFill>
                  <a:schemeClr val="accent2">
                    <a:lumMod val="50000"/>
                  </a:schemeClr>
                </a:solidFill>
              </a:rPr>
              <a:t>The framework aims to support assistive communication technologies that help dysarthric patients interact with digital systems more effectively.</a:t>
            </a:r>
            <a:endParaRPr lang="en-US" altLang="en-GB">
              <a:solidFill>
                <a:schemeClr val="accent2">
                  <a:lumMod val="50000"/>
                </a:schemeClr>
              </a:solidFill>
            </a:endParaRPr>
          </a:p>
        </p:txBody>
      </p:sp>
      <p:sp>
        <p:nvSpPr>
          <p:cNvPr id="4" name="Text Placeholder 3"/>
          <p:cNvSpPr>
            <a:spLocks noGrp="1"/>
          </p:cNvSpPr>
          <p:nvPr>
            <p:ph type="body" sz="quarter" idx="12"/>
          </p:nvPr>
        </p:nvSpPr>
        <p:spPr/>
        <p:txBody>
          <a:bodyPr/>
          <a:p>
            <a:endParaRPr lang="en-GB" altLang="en-US"/>
          </a:p>
        </p:txBody>
      </p:sp>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2762" y="225174"/>
            <a:ext cx="8349916" cy="507365"/>
          </a:xfrm>
        </p:spPr>
        <p:txBody>
          <a:bodyPr/>
          <a:p>
            <a:r>
              <a:rPr lang="en-US" altLang="en-GB"/>
              <a:t>Problem Statement</a:t>
            </a:r>
            <a:endParaRPr lang="en-US" altLang="en-GB"/>
          </a:p>
        </p:txBody>
      </p:sp>
      <p:sp>
        <p:nvSpPr>
          <p:cNvPr id="3" name="Content Placeholder 2"/>
          <p:cNvSpPr>
            <a:spLocks noGrp="1"/>
          </p:cNvSpPr>
          <p:nvPr>
            <p:ph idx="1"/>
          </p:nvPr>
        </p:nvSpPr>
        <p:spPr/>
        <p:txBody>
          <a:bodyPr/>
          <a:p>
            <a:r>
              <a:rPr lang="en-US" altLang="en-GB">
                <a:solidFill>
                  <a:schemeClr val="accent2">
                    <a:lumMod val="50000"/>
                  </a:schemeClr>
                </a:solidFill>
              </a:rPr>
              <a:t>To develop a deep learning-based speech-to-text system specifically designed for dysarthric speech, capable of improving recognition accuracy and supporting assistive communication technologies.</a:t>
            </a:r>
            <a:endParaRPr lang="en-US" altLang="en-GB">
              <a:solidFill>
                <a:schemeClr val="accent2">
                  <a:lumMod val="50000"/>
                </a:schemeClr>
              </a:solidFill>
            </a:endParaRPr>
          </a:p>
          <a:p>
            <a:endParaRPr lang="en-US" altLang="en-GB">
              <a:solidFill>
                <a:schemeClr val="accent2">
                  <a:lumMod val="50000"/>
                </a:schemeClr>
              </a:solidFill>
            </a:endParaRPr>
          </a:p>
          <a:p>
            <a:pPr lvl="1">
              <a:buFont typeface="Wingdings" panose="05000000000000000000" charset="0"/>
              <a:buChar char="Ø"/>
            </a:pPr>
            <a:r>
              <a:rPr lang="en-US" altLang="en-GB">
                <a:solidFill>
                  <a:schemeClr val="accent2">
                    <a:lumMod val="50000"/>
                  </a:schemeClr>
                </a:solidFill>
              </a:rPr>
              <a:t>Dysarthric speech often contains irregular articulation, slurred pronunciation, and inconsistent speech patterns, which significantly degrade recognition performance.</a:t>
            </a:r>
            <a:endParaRPr lang="en-US" altLang="en-GB">
              <a:solidFill>
                <a:schemeClr val="accent2">
                  <a:lumMod val="50000"/>
                </a:schemeClr>
              </a:solidFill>
            </a:endParaRPr>
          </a:p>
          <a:p>
            <a:pPr lvl="1">
              <a:buFont typeface="Wingdings" panose="05000000000000000000" charset="0"/>
              <a:buChar char="Ø"/>
            </a:pPr>
            <a:r>
              <a:rPr lang="en-US" altLang="en-GB">
                <a:solidFill>
                  <a:schemeClr val="accent2">
                    <a:lumMod val="50000"/>
                  </a:schemeClr>
                </a:solidFill>
              </a:rPr>
              <a:t>As a result, conventional speech-to-text systems produce high word error rates when processing dysarthric speech.</a:t>
            </a:r>
            <a:endParaRPr lang="en-US" altLang="en-GB">
              <a:solidFill>
                <a:schemeClr val="accent2">
                  <a:lumMod val="50000"/>
                </a:schemeClr>
              </a:solidFill>
            </a:endParaRPr>
          </a:p>
        </p:txBody>
      </p:sp>
      <p:sp>
        <p:nvSpPr>
          <p:cNvPr id="4" name="Text Placeholder 3"/>
          <p:cNvSpPr>
            <a:spLocks noGrp="1"/>
          </p:cNvSpPr>
          <p:nvPr>
            <p:ph type="body" sz="quarter" idx="12"/>
          </p:nvPr>
        </p:nvSpPr>
        <p:spPr/>
        <p:txBody>
          <a:bodyPr/>
          <a:p>
            <a:endParaRPr lang="en-GB" altLang="en-US"/>
          </a:p>
        </p:txBody>
      </p:sp>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2762" y="225174"/>
            <a:ext cx="8349916" cy="507365"/>
          </a:xfrm>
        </p:spPr>
        <p:txBody>
          <a:bodyPr/>
          <a:p>
            <a:r>
              <a:rPr lang="en-US" altLang="en-GB"/>
              <a:t>Objectives</a:t>
            </a:r>
            <a:endParaRPr lang="en-US" altLang="en-GB"/>
          </a:p>
        </p:txBody>
      </p:sp>
      <p:sp>
        <p:nvSpPr>
          <p:cNvPr id="3" name="Content Placeholder 2"/>
          <p:cNvSpPr>
            <a:spLocks noGrp="1"/>
          </p:cNvSpPr>
          <p:nvPr>
            <p:ph idx="1"/>
          </p:nvPr>
        </p:nvSpPr>
        <p:spPr/>
        <p:txBody>
          <a:bodyPr/>
          <a:p>
            <a:r>
              <a:rPr lang="en-US" altLang="en-GB" sz="2000">
                <a:solidFill>
                  <a:schemeClr val="accent2">
                    <a:lumMod val="50000"/>
                  </a:schemeClr>
                </a:solidFill>
              </a:rPr>
              <a:t>To design a </a:t>
            </a:r>
            <a:r>
              <a:rPr lang="en-US" altLang="en-GB" sz="2000" b="1">
                <a:solidFill>
                  <a:schemeClr val="accent2">
                    <a:lumMod val="50000"/>
                  </a:schemeClr>
                </a:solidFill>
              </a:rPr>
              <a:t>deep learning–based framework</a:t>
            </a:r>
            <a:r>
              <a:rPr lang="en-US" altLang="en-GB" sz="2000">
                <a:solidFill>
                  <a:schemeClr val="accent2">
                    <a:lumMod val="50000"/>
                  </a:schemeClr>
                </a:solidFill>
              </a:rPr>
              <a:t> for speech-to-text conversion tailored for dysarthric speech.</a:t>
            </a:r>
            <a:endParaRPr lang="en-US" altLang="en-GB" sz="2000">
              <a:solidFill>
                <a:schemeClr val="accent2">
                  <a:lumMod val="50000"/>
                </a:schemeClr>
              </a:solidFill>
            </a:endParaRPr>
          </a:p>
          <a:p>
            <a:r>
              <a:rPr lang="en-US" altLang="en-GB" sz="2000">
                <a:solidFill>
                  <a:schemeClr val="accent2">
                    <a:lumMod val="50000"/>
                  </a:schemeClr>
                </a:solidFill>
              </a:rPr>
              <a:t>To </a:t>
            </a:r>
            <a:r>
              <a:rPr lang="en-US" altLang="en-GB" sz="2000" b="1">
                <a:solidFill>
                  <a:schemeClr val="accent2">
                    <a:lumMod val="50000"/>
                  </a:schemeClr>
                </a:solidFill>
              </a:rPr>
              <a:t>collect</a:t>
            </a:r>
            <a:r>
              <a:rPr lang="en-US" altLang="en-GB" sz="2000">
                <a:solidFill>
                  <a:schemeClr val="accent2">
                    <a:lumMod val="50000"/>
                  </a:schemeClr>
                </a:solidFill>
              </a:rPr>
              <a:t> and </a:t>
            </a:r>
            <a:r>
              <a:rPr lang="en-US" altLang="en-GB" sz="2000" b="1">
                <a:solidFill>
                  <a:schemeClr val="accent2">
                    <a:lumMod val="50000"/>
                  </a:schemeClr>
                </a:solidFill>
              </a:rPr>
              <a:t>utilize</a:t>
            </a:r>
            <a:r>
              <a:rPr lang="en-US" altLang="en-GB" sz="2000">
                <a:solidFill>
                  <a:schemeClr val="accent2">
                    <a:lumMod val="50000"/>
                  </a:schemeClr>
                </a:solidFill>
              </a:rPr>
              <a:t> a dysarthric speech dataset for training and evaluating the recognition system.</a:t>
            </a:r>
            <a:endParaRPr lang="en-US" altLang="en-GB" sz="2000">
              <a:solidFill>
                <a:schemeClr val="accent2">
                  <a:lumMod val="50000"/>
                </a:schemeClr>
              </a:solidFill>
            </a:endParaRPr>
          </a:p>
          <a:p>
            <a:r>
              <a:rPr lang="en-US" altLang="en-GB" sz="2000">
                <a:solidFill>
                  <a:schemeClr val="accent2">
                    <a:lumMod val="50000"/>
                  </a:schemeClr>
                </a:solidFill>
              </a:rPr>
              <a:t>To perform </a:t>
            </a:r>
            <a:r>
              <a:rPr lang="en-US" altLang="en-GB" sz="2000" b="1">
                <a:solidFill>
                  <a:schemeClr val="accent2">
                    <a:lumMod val="50000"/>
                  </a:schemeClr>
                </a:solidFill>
              </a:rPr>
              <a:t>audio preprocessing</a:t>
            </a:r>
            <a:r>
              <a:rPr lang="en-US" altLang="en-GB" sz="2000">
                <a:solidFill>
                  <a:schemeClr val="accent2">
                    <a:lumMod val="50000"/>
                  </a:schemeClr>
                </a:solidFill>
              </a:rPr>
              <a:t> and acoustic feature extraction to capture relevant speech characteristics.</a:t>
            </a:r>
            <a:endParaRPr lang="en-US" altLang="en-GB" sz="2000">
              <a:solidFill>
                <a:schemeClr val="accent2">
                  <a:lumMod val="50000"/>
                </a:schemeClr>
              </a:solidFill>
            </a:endParaRPr>
          </a:p>
          <a:p>
            <a:r>
              <a:rPr lang="en-US" altLang="en-GB" sz="2000">
                <a:solidFill>
                  <a:schemeClr val="accent2">
                    <a:lumMod val="50000"/>
                  </a:schemeClr>
                </a:solidFill>
              </a:rPr>
              <a:t>To train and evaluate a </a:t>
            </a:r>
            <a:r>
              <a:rPr lang="en-US" altLang="en-GB" sz="2000" b="1">
                <a:solidFill>
                  <a:schemeClr val="accent2">
                    <a:lumMod val="50000"/>
                  </a:schemeClr>
                </a:solidFill>
              </a:rPr>
              <a:t>deep learning speech recognition model</a:t>
            </a:r>
            <a:r>
              <a:rPr lang="en-US" altLang="en-GB" sz="2000">
                <a:solidFill>
                  <a:schemeClr val="accent2">
                    <a:lumMod val="50000"/>
                  </a:schemeClr>
                </a:solidFill>
              </a:rPr>
              <a:t> capable of handling variations in dysarthric speech.</a:t>
            </a:r>
            <a:endParaRPr lang="en-US" altLang="en-GB" sz="2000">
              <a:solidFill>
                <a:schemeClr val="accent2">
                  <a:lumMod val="50000"/>
                </a:schemeClr>
              </a:solidFill>
            </a:endParaRPr>
          </a:p>
          <a:p>
            <a:r>
              <a:rPr lang="en-US" altLang="en-GB" sz="2000">
                <a:solidFill>
                  <a:schemeClr val="accent2">
                    <a:lumMod val="50000"/>
                  </a:schemeClr>
                </a:solidFill>
              </a:rPr>
              <a:t>To develop a prototype system that </a:t>
            </a:r>
            <a:r>
              <a:rPr lang="en-US" altLang="en-GB" sz="2000" b="1">
                <a:solidFill>
                  <a:schemeClr val="accent2">
                    <a:lumMod val="50000"/>
                  </a:schemeClr>
                </a:solidFill>
              </a:rPr>
              <a:t>converts dysarthric speech into readable text</a:t>
            </a:r>
            <a:r>
              <a:rPr lang="en-US" altLang="en-GB" sz="2000">
                <a:solidFill>
                  <a:schemeClr val="accent2">
                    <a:lumMod val="50000"/>
                  </a:schemeClr>
                </a:solidFill>
              </a:rPr>
              <a:t> to support assistive communication.</a:t>
            </a:r>
            <a:endParaRPr lang="en-US" altLang="en-GB" sz="2000">
              <a:solidFill>
                <a:schemeClr val="accent2">
                  <a:lumMod val="50000"/>
                </a:schemeClr>
              </a:solidFill>
            </a:endParaRPr>
          </a:p>
        </p:txBody>
      </p:sp>
      <p:sp>
        <p:nvSpPr>
          <p:cNvPr id="4" name="Text Placeholder 3"/>
          <p:cNvSpPr>
            <a:spLocks noGrp="1"/>
          </p:cNvSpPr>
          <p:nvPr>
            <p:ph type="body" sz="quarter" idx="12"/>
          </p:nvPr>
        </p:nvSpPr>
        <p:spPr/>
        <p:txBody>
          <a:bodyPr/>
          <a:p>
            <a:endParaRPr lang="en-GB" altLang="en-US"/>
          </a:p>
        </p:txBody>
      </p:sp>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2762" y="225174"/>
            <a:ext cx="8349916" cy="507365"/>
          </a:xfrm>
        </p:spPr>
        <p:txBody>
          <a:bodyPr/>
          <a:p>
            <a:r>
              <a:rPr lang="en-US" altLang="en-GB"/>
              <a:t>Dataset Selection</a:t>
            </a:r>
            <a:endParaRPr lang="en-US" altLang="en-GB"/>
          </a:p>
        </p:txBody>
      </p:sp>
      <p:sp>
        <p:nvSpPr>
          <p:cNvPr id="3" name="Content Placeholder 2"/>
          <p:cNvSpPr>
            <a:spLocks noGrp="1"/>
          </p:cNvSpPr>
          <p:nvPr>
            <p:ph idx="1"/>
          </p:nvPr>
        </p:nvSpPr>
        <p:spPr/>
        <p:txBody>
          <a:bodyPr/>
          <a:p>
            <a:r>
              <a:rPr lang="en-US" altLang="en-GB">
                <a:solidFill>
                  <a:schemeClr val="accent2">
                    <a:lumMod val="50000"/>
                  </a:schemeClr>
                </a:solidFill>
              </a:rPr>
              <a:t>Dataset: Noise-Reduced UASpeech Dysarthria Dataset (Kaggle)</a:t>
            </a:r>
            <a:endParaRPr lang="en-US" altLang="en-GB">
              <a:solidFill>
                <a:schemeClr val="accent2">
                  <a:lumMod val="50000"/>
                </a:schemeClr>
              </a:solidFill>
            </a:endParaRPr>
          </a:p>
          <a:p>
            <a:r>
              <a:rPr lang="en-US" altLang="en-GB">
                <a:solidFill>
                  <a:schemeClr val="accent2">
                    <a:lumMod val="50000"/>
                  </a:schemeClr>
                </a:solidFill>
              </a:rPr>
              <a:t>Source: Based on the UASpeech Dysarthric Speech Corpus</a:t>
            </a:r>
            <a:endParaRPr lang="en-US" altLang="en-GB">
              <a:solidFill>
                <a:schemeClr val="accent2">
                  <a:lumMod val="50000"/>
                </a:schemeClr>
              </a:solidFill>
            </a:endParaRPr>
          </a:p>
          <a:p>
            <a:r>
              <a:rPr lang="en-GB" altLang="en-US">
                <a:solidFill>
                  <a:schemeClr val="accent2">
                    <a:lumMod val="50000"/>
                  </a:schemeClr>
                </a:solidFill>
              </a:rPr>
              <a:t>Characteristics of the data set : </a:t>
            </a:r>
            <a:endParaRPr lang="en-US" altLang="en-GB">
              <a:solidFill>
                <a:schemeClr val="accent2">
                  <a:lumMod val="50000"/>
                </a:schemeClr>
              </a:solidFill>
            </a:endParaRPr>
          </a:p>
          <a:p>
            <a:endParaRPr lang="en-US" altLang="en-GB">
              <a:solidFill>
                <a:schemeClr val="accent2">
                  <a:lumMod val="50000"/>
                </a:schemeClr>
              </a:solidFill>
            </a:endParaRPr>
          </a:p>
        </p:txBody>
      </p:sp>
      <p:sp>
        <p:nvSpPr>
          <p:cNvPr id="4" name="Text Placeholder 3"/>
          <p:cNvSpPr>
            <a:spLocks noGrp="1"/>
          </p:cNvSpPr>
          <p:nvPr>
            <p:ph type="body" sz="quarter" idx="12"/>
          </p:nvPr>
        </p:nvSpPr>
        <p:spPr/>
        <p:txBody>
          <a:bodyPr/>
          <a:p>
            <a:endParaRPr lang="en-GB" altLang="en-US"/>
          </a:p>
        </p:txBody>
      </p:sp>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graphicFrame>
        <p:nvGraphicFramePr>
          <p:cNvPr id="6" name="Table 5"/>
          <p:cNvGraphicFramePr/>
          <p:nvPr>
            <p:custDataLst>
              <p:tags r:id="rId1"/>
            </p:custDataLst>
          </p:nvPr>
        </p:nvGraphicFramePr>
        <p:xfrm>
          <a:off x="1727200" y="2571115"/>
          <a:ext cx="5689600" cy="2179320"/>
        </p:xfrm>
        <a:graphic>
          <a:graphicData uri="http://schemas.openxmlformats.org/drawingml/2006/table">
            <a:tbl>
              <a:tblPr>
                <a:tableStyleId>{0660B408-B3CF-4A94-85FC-2B1E0A45F4A2}</a:tableStyleId>
              </a:tblPr>
              <a:tblGrid>
                <a:gridCol w="2844800"/>
                <a:gridCol w="2844800"/>
              </a:tblGrid>
              <a:tr h="386715">
                <a:tc>
                  <a:txBody>
                    <a:bodyPr/>
                    <a:p>
                      <a:pPr algn="ctr"/>
                      <a:r>
                        <a:rPr sz="1500" b="1">
                          <a:solidFill>
                            <a:schemeClr val="accent3">
                              <a:lumMod val="50000"/>
                            </a:schemeClr>
                          </a:solidFill>
                        </a:rPr>
                        <a:t>Parameter</a:t>
                      </a:r>
                      <a:endParaRPr sz="1500" b="1">
                        <a:solidFill>
                          <a:schemeClr val="accent3">
                            <a:lumMod val="50000"/>
                          </a:schemeClr>
                        </a:solidFill>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p>
                      <a:pPr algn="ctr"/>
                      <a:r>
                        <a:rPr sz="1500" b="1">
                          <a:solidFill>
                            <a:schemeClr val="accent3">
                              <a:lumMod val="50000"/>
                            </a:schemeClr>
                          </a:solidFill>
                        </a:rPr>
                        <a:t>Description</a:t>
                      </a:r>
                      <a:endParaRPr sz="1500" b="1">
                        <a:solidFill>
                          <a:schemeClr val="accent3">
                            <a:lumMod val="50000"/>
                          </a:schemeClr>
                        </a:solidFill>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r>
              <a:tr h="256540">
                <a:tc>
                  <a:txBody>
                    <a:bodyPr/>
                    <a:p>
                      <a:pPr algn="ctr"/>
                      <a:r>
                        <a:rPr sz="1500">
                          <a:solidFill>
                            <a:schemeClr val="accent3">
                              <a:lumMod val="50000"/>
                            </a:schemeClr>
                          </a:solidFill>
                        </a:rPr>
                        <a:t>Dataset Type</a:t>
                      </a:r>
                      <a:endParaRPr sz="1500">
                        <a:solidFill>
                          <a:schemeClr val="accent3">
                            <a:lumMod val="50000"/>
                          </a:schemeClr>
                        </a:solidFill>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tcPr>
                </a:tc>
                <a:tc>
                  <a:txBody>
                    <a:bodyPr/>
                    <a:p>
                      <a:pPr algn="ctr"/>
                      <a:r>
                        <a:rPr sz="1500">
                          <a:solidFill>
                            <a:schemeClr val="accent3">
                              <a:lumMod val="50000"/>
                            </a:schemeClr>
                          </a:solidFill>
                        </a:rPr>
                        <a:t>Dysarthric speech corpus</a:t>
                      </a:r>
                      <a:endParaRPr sz="1500">
                        <a:solidFill>
                          <a:schemeClr val="accent3">
                            <a:lumMod val="50000"/>
                          </a:schemeClr>
                        </a:solidFill>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tcPr>
                </a:tc>
              </a:tr>
              <a:tr h="255905">
                <a:tc>
                  <a:txBody>
                    <a:bodyPr/>
                    <a:p>
                      <a:pPr algn="ctr"/>
                      <a:r>
                        <a:rPr sz="1500">
                          <a:solidFill>
                            <a:schemeClr val="accent3">
                              <a:lumMod val="50000"/>
                            </a:schemeClr>
                          </a:solidFill>
                        </a:rPr>
                        <a:t>Audio Format</a:t>
                      </a:r>
                      <a:endParaRPr sz="1500">
                        <a:solidFill>
                          <a:schemeClr val="accent3">
                            <a:lumMod val="50000"/>
                          </a:schemeClr>
                        </a:solidFill>
                      </a:endParaRPr>
                    </a:p>
                  </a:txBody>
                  <a:tcPr marL="0" marR="0" marT="0" marB="0" anchor="ctr" anchorCtr="0">
                    <a:lnL w="12700">
                      <a:solidFill>
                        <a:schemeClr val="tx1"/>
                      </a:solidFill>
                      <a:prstDash val="solid"/>
                    </a:lnL>
                    <a:lnR w="12700">
                      <a:solidFill>
                        <a:schemeClr val="tx1"/>
                      </a:solidFill>
                      <a:prstDash val="solid"/>
                    </a:lnR>
                  </a:tcPr>
                </a:tc>
                <a:tc>
                  <a:txBody>
                    <a:bodyPr/>
                    <a:p>
                      <a:pPr algn="ctr"/>
                      <a:r>
                        <a:rPr sz="1500">
                          <a:solidFill>
                            <a:schemeClr val="accent3">
                              <a:lumMod val="50000"/>
                            </a:schemeClr>
                          </a:solidFill>
                        </a:rPr>
                        <a:t>WAV</a:t>
                      </a:r>
                      <a:endParaRPr sz="1500">
                        <a:solidFill>
                          <a:schemeClr val="accent3">
                            <a:lumMod val="50000"/>
                          </a:schemeClr>
                        </a:solidFill>
                      </a:endParaRPr>
                    </a:p>
                  </a:txBody>
                  <a:tcPr marL="0" marR="0" marT="0" marB="0" anchor="ctr" anchorCtr="0">
                    <a:lnL w="12700">
                      <a:solidFill>
                        <a:schemeClr val="tx1"/>
                      </a:solidFill>
                      <a:prstDash val="solid"/>
                    </a:lnL>
                    <a:lnR w="12700">
                      <a:solidFill>
                        <a:schemeClr val="tx1"/>
                      </a:solidFill>
                      <a:prstDash val="solid"/>
                    </a:lnR>
                  </a:tcPr>
                </a:tc>
              </a:tr>
              <a:tr h="255905">
                <a:tc>
                  <a:txBody>
                    <a:bodyPr/>
                    <a:p>
                      <a:pPr algn="ctr"/>
                      <a:r>
                        <a:rPr sz="1500">
                          <a:solidFill>
                            <a:schemeClr val="accent3">
                              <a:lumMod val="50000"/>
                            </a:schemeClr>
                          </a:solidFill>
                        </a:rPr>
                        <a:t>Sampling Rate</a:t>
                      </a:r>
                      <a:endParaRPr sz="1500">
                        <a:solidFill>
                          <a:schemeClr val="accent3">
                            <a:lumMod val="50000"/>
                          </a:schemeClr>
                        </a:solidFill>
                      </a:endParaRPr>
                    </a:p>
                  </a:txBody>
                  <a:tcPr marL="0" marR="0" marT="0" marB="0" anchor="ctr" anchorCtr="0">
                    <a:lnL w="12700">
                      <a:solidFill>
                        <a:schemeClr val="tx1"/>
                      </a:solidFill>
                      <a:prstDash val="solid"/>
                    </a:lnL>
                    <a:lnR w="12700">
                      <a:solidFill>
                        <a:schemeClr val="tx1"/>
                      </a:solidFill>
                      <a:prstDash val="solid"/>
                    </a:lnR>
                  </a:tcPr>
                </a:tc>
                <a:tc>
                  <a:txBody>
                    <a:bodyPr/>
                    <a:p>
                      <a:pPr algn="ctr"/>
                      <a:r>
                        <a:rPr sz="1500">
                          <a:solidFill>
                            <a:schemeClr val="accent3">
                              <a:lumMod val="50000"/>
                            </a:schemeClr>
                          </a:solidFill>
                        </a:rPr>
                        <a:t>16 kHz</a:t>
                      </a:r>
                      <a:endParaRPr sz="1500">
                        <a:solidFill>
                          <a:schemeClr val="accent3">
                            <a:lumMod val="50000"/>
                          </a:schemeClr>
                        </a:solidFill>
                      </a:endParaRPr>
                    </a:p>
                  </a:txBody>
                  <a:tcPr marL="0" marR="0" marT="0" marB="0" anchor="ctr" anchorCtr="0">
                    <a:lnL w="12700">
                      <a:solidFill>
                        <a:schemeClr val="tx1"/>
                      </a:solidFill>
                      <a:prstDash val="solid"/>
                    </a:lnL>
                    <a:lnR w="12700">
                      <a:solidFill>
                        <a:schemeClr val="tx1"/>
                      </a:solidFill>
                      <a:prstDash val="solid"/>
                    </a:lnR>
                  </a:tcPr>
                </a:tc>
              </a:tr>
              <a:tr h="255905">
                <a:tc>
                  <a:txBody>
                    <a:bodyPr/>
                    <a:p>
                      <a:pPr algn="ctr"/>
                      <a:r>
                        <a:rPr sz="1500">
                          <a:solidFill>
                            <a:schemeClr val="accent3">
                              <a:lumMod val="50000"/>
                            </a:schemeClr>
                          </a:solidFill>
                        </a:rPr>
                        <a:t>Speech Content</a:t>
                      </a:r>
                      <a:endParaRPr sz="1500">
                        <a:solidFill>
                          <a:schemeClr val="accent3">
                            <a:lumMod val="50000"/>
                          </a:schemeClr>
                        </a:solidFill>
                      </a:endParaRPr>
                    </a:p>
                  </a:txBody>
                  <a:tcPr marL="0" marR="0" marT="0" marB="0" anchor="ctr" anchorCtr="0">
                    <a:lnL w="12700">
                      <a:solidFill>
                        <a:schemeClr val="tx1"/>
                      </a:solidFill>
                      <a:prstDash val="solid"/>
                    </a:lnL>
                    <a:lnR w="12700">
                      <a:solidFill>
                        <a:schemeClr val="tx1"/>
                      </a:solidFill>
                      <a:prstDash val="solid"/>
                    </a:lnR>
                  </a:tcPr>
                </a:tc>
                <a:tc>
                  <a:txBody>
                    <a:bodyPr/>
                    <a:p>
                      <a:pPr algn="ctr"/>
                      <a:r>
                        <a:rPr sz="1500">
                          <a:solidFill>
                            <a:schemeClr val="accent3">
                              <a:lumMod val="50000"/>
                            </a:schemeClr>
                          </a:solidFill>
                        </a:rPr>
                        <a:t>Isolated words</a:t>
                      </a:r>
                      <a:endParaRPr sz="1500">
                        <a:solidFill>
                          <a:schemeClr val="accent3">
                            <a:lumMod val="50000"/>
                          </a:schemeClr>
                        </a:solidFill>
                      </a:endParaRPr>
                    </a:p>
                  </a:txBody>
                  <a:tcPr marL="0" marR="0" marT="0" marB="0" anchor="ctr" anchorCtr="0">
                    <a:lnL w="12700">
                      <a:solidFill>
                        <a:schemeClr val="tx1"/>
                      </a:solidFill>
                      <a:prstDash val="solid"/>
                    </a:lnL>
                    <a:lnR w="12700">
                      <a:solidFill>
                        <a:schemeClr val="tx1"/>
                      </a:solidFill>
                      <a:prstDash val="solid"/>
                    </a:lnR>
                  </a:tcPr>
                </a:tc>
              </a:tr>
              <a:tr h="256540">
                <a:tc>
                  <a:txBody>
                    <a:bodyPr/>
                    <a:p>
                      <a:pPr algn="ctr"/>
                      <a:r>
                        <a:rPr sz="1500">
                          <a:solidFill>
                            <a:schemeClr val="accent3">
                              <a:lumMod val="50000"/>
                            </a:schemeClr>
                          </a:solidFill>
                        </a:rPr>
                        <a:t>Vocabulary Size</a:t>
                      </a:r>
                      <a:endParaRPr sz="1500">
                        <a:solidFill>
                          <a:schemeClr val="accent3">
                            <a:lumMod val="50000"/>
                          </a:schemeClr>
                        </a:solidFill>
                      </a:endParaRPr>
                    </a:p>
                  </a:txBody>
                  <a:tcPr marL="0" marR="0" marT="0" marB="0" anchor="ctr" anchorCtr="0">
                    <a:lnL w="12700">
                      <a:solidFill>
                        <a:schemeClr val="tx1"/>
                      </a:solidFill>
                      <a:prstDash val="solid"/>
                    </a:lnL>
                    <a:lnR w="12700">
                      <a:solidFill>
                        <a:schemeClr val="tx1"/>
                      </a:solidFill>
                      <a:prstDash val="solid"/>
                    </a:lnR>
                  </a:tcPr>
                </a:tc>
                <a:tc>
                  <a:txBody>
                    <a:bodyPr/>
                    <a:p>
                      <a:pPr algn="ctr"/>
                      <a:r>
                        <a:rPr sz="1500">
                          <a:solidFill>
                            <a:schemeClr val="accent3">
                              <a:lumMod val="50000"/>
                            </a:schemeClr>
                          </a:solidFill>
                        </a:rPr>
                        <a:t>~765 words</a:t>
                      </a:r>
                      <a:endParaRPr sz="1500">
                        <a:solidFill>
                          <a:schemeClr val="accent3">
                            <a:lumMod val="50000"/>
                          </a:schemeClr>
                        </a:solidFill>
                      </a:endParaRPr>
                    </a:p>
                  </a:txBody>
                  <a:tcPr marL="0" marR="0" marT="0" marB="0" anchor="ctr" anchorCtr="0">
                    <a:lnL w="12700">
                      <a:solidFill>
                        <a:schemeClr val="tx1"/>
                      </a:solidFill>
                      <a:prstDash val="solid"/>
                    </a:lnL>
                    <a:lnR w="12700">
                      <a:solidFill>
                        <a:schemeClr val="tx1"/>
                      </a:solidFill>
                      <a:prstDash val="solid"/>
                    </a:lnR>
                  </a:tcPr>
                </a:tc>
              </a:tr>
              <a:tr h="255905">
                <a:tc>
                  <a:txBody>
                    <a:bodyPr/>
                    <a:p>
                      <a:pPr algn="ctr"/>
                      <a:r>
                        <a:rPr sz="1500">
                          <a:solidFill>
                            <a:schemeClr val="accent3">
                              <a:lumMod val="50000"/>
                            </a:schemeClr>
                          </a:solidFill>
                        </a:rPr>
                        <a:t>Data Quality</a:t>
                      </a:r>
                      <a:endParaRPr sz="1500">
                        <a:solidFill>
                          <a:schemeClr val="accent3">
                            <a:lumMod val="50000"/>
                          </a:schemeClr>
                        </a:solidFill>
                      </a:endParaRPr>
                    </a:p>
                  </a:txBody>
                  <a:tcPr marL="0" marR="0" marT="0" marB="0" anchor="ctr" anchorCtr="0">
                    <a:lnL w="12700">
                      <a:solidFill>
                        <a:schemeClr val="tx1"/>
                      </a:solidFill>
                      <a:prstDash val="solid"/>
                    </a:lnL>
                    <a:lnR w="12700">
                      <a:solidFill>
                        <a:schemeClr val="tx1"/>
                      </a:solidFill>
                      <a:prstDash val="solid"/>
                    </a:lnR>
                  </a:tcPr>
                </a:tc>
                <a:tc>
                  <a:txBody>
                    <a:bodyPr/>
                    <a:p>
                      <a:pPr algn="ctr"/>
                      <a:r>
                        <a:rPr sz="1500">
                          <a:solidFill>
                            <a:schemeClr val="accent3">
                              <a:lumMod val="50000"/>
                            </a:schemeClr>
                          </a:solidFill>
                        </a:rPr>
                        <a:t>Noise-reduced recordings</a:t>
                      </a:r>
                      <a:endParaRPr sz="1500">
                        <a:solidFill>
                          <a:schemeClr val="accent3">
                            <a:lumMod val="50000"/>
                          </a:schemeClr>
                        </a:solidFill>
                      </a:endParaRPr>
                    </a:p>
                  </a:txBody>
                  <a:tcPr marL="0" marR="0" marT="0" marB="0" anchor="ctr" anchorCtr="0">
                    <a:lnL w="12700">
                      <a:solidFill>
                        <a:schemeClr val="tx1"/>
                      </a:solidFill>
                      <a:prstDash val="solid"/>
                    </a:lnL>
                    <a:lnR w="12700">
                      <a:solidFill>
                        <a:schemeClr val="tx1"/>
                      </a:solidFill>
                      <a:prstDash val="solid"/>
                    </a:lnR>
                  </a:tcPr>
                </a:tc>
              </a:tr>
              <a:tr h="255905">
                <a:tc>
                  <a:txBody>
                    <a:bodyPr/>
                    <a:p>
                      <a:pPr algn="ctr"/>
                      <a:r>
                        <a:rPr sz="1500">
                          <a:solidFill>
                            <a:schemeClr val="accent3">
                              <a:lumMod val="50000"/>
                            </a:schemeClr>
                          </a:solidFill>
                        </a:rPr>
                        <a:t>Speakers</a:t>
                      </a:r>
                      <a:endParaRPr sz="1500">
                        <a:solidFill>
                          <a:schemeClr val="accent3">
                            <a:lumMod val="50000"/>
                          </a:schemeClr>
                        </a:solidFill>
                      </a:endParaRPr>
                    </a:p>
                  </a:txBody>
                  <a:tcPr marL="0" marR="0" marT="0" marB="0" anchor="ctr" anchorCtr="0">
                    <a:lnL w="12700">
                      <a:solidFill>
                        <a:schemeClr val="tx1"/>
                      </a:solidFill>
                      <a:prstDash val="solid"/>
                    </a:lnL>
                    <a:lnR w="12700">
                      <a:solidFill>
                        <a:schemeClr val="tx1"/>
                      </a:solidFill>
                      <a:prstDash val="solid"/>
                    </a:lnR>
                    <a:lnB w="12700">
                      <a:solidFill>
                        <a:schemeClr val="tx1"/>
                      </a:solidFill>
                      <a:prstDash val="solid"/>
                    </a:lnB>
                  </a:tcPr>
                </a:tc>
                <a:tc>
                  <a:txBody>
                    <a:bodyPr/>
                    <a:p>
                      <a:pPr algn="ctr"/>
                      <a:r>
                        <a:rPr sz="1500">
                          <a:solidFill>
                            <a:schemeClr val="accent3">
                              <a:lumMod val="50000"/>
                            </a:schemeClr>
                          </a:solidFill>
                        </a:rPr>
                        <a:t>Dysarthric and control speakers</a:t>
                      </a:r>
                      <a:endParaRPr sz="1500">
                        <a:solidFill>
                          <a:schemeClr val="accent3">
                            <a:lumMod val="50000"/>
                          </a:schemeClr>
                        </a:solidFill>
                      </a:endParaRPr>
                    </a:p>
                  </a:txBody>
                  <a:tcPr marL="0" marR="0" marT="0" marB="0" anchor="ctr" anchorCtr="0">
                    <a:lnL w="12700">
                      <a:solidFill>
                        <a:schemeClr val="tx1"/>
                      </a:solidFill>
                      <a:prstDash val="solid"/>
                    </a:lnL>
                    <a:lnR w="12700">
                      <a:solidFill>
                        <a:schemeClr val="tx1"/>
                      </a:solidFill>
                      <a:prstDash val="solid"/>
                    </a:lnR>
                    <a:lnB w="12700">
                      <a:solidFill>
                        <a:schemeClr val="tx1"/>
                      </a:solidFill>
                      <a:prstDash val="solid"/>
                    </a:lnB>
                  </a:tcPr>
                </a:tc>
              </a:tr>
            </a:tbl>
          </a:graphicData>
        </a:graphic>
      </p:graphicFrame>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2762" y="225174"/>
            <a:ext cx="8349916" cy="507365"/>
          </a:xfrm>
        </p:spPr>
        <p:txBody>
          <a:bodyPr/>
          <a:p>
            <a:r>
              <a:rPr lang="en-US" altLang="en-GB"/>
              <a:t>Reason for Selecting this Dataset</a:t>
            </a:r>
            <a:endParaRPr lang="en-GB" altLang="en-US"/>
          </a:p>
        </p:txBody>
      </p:sp>
      <p:sp>
        <p:nvSpPr>
          <p:cNvPr id="3" name="Content Placeholder 2"/>
          <p:cNvSpPr>
            <a:spLocks noGrp="1"/>
          </p:cNvSpPr>
          <p:nvPr>
            <p:ph idx="1"/>
          </p:nvPr>
        </p:nvSpPr>
        <p:spPr/>
        <p:txBody>
          <a:bodyPr/>
          <a:p>
            <a:r>
              <a:rPr lang="en-US" altLang="en-GB">
                <a:solidFill>
                  <a:schemeClr val="accent3">
                    <a:lumMod val="50000"/>
                  </a:schemeClr>
                </a:solidFill>
              </a:rPr>
              <a:t>Specifically designed for dysarthric speech recognition research</a:t>
            </a:r>
            <a:endParaRPr lang="en-US" altLang="en-GB">
              <a:solidFill>
                <a:schemeClr val="accent3">
                  <a:lumMod val="50000"/>
                </a:schemeClr>
              </a:solidFill>
            </a:endParaRPr>
          </a:p>
          <a:p>
            <a:r>
              <a:rPr lang="en-US" altLang="en-GB">
                <a:solidFill>
                  <a:schemeClr val="accent3">
                    <a:lumMod val="50000"/>
                  </a:schemeClr>
                </a:solidFill>
              </a:rPr>
              <a:t>Provides clean, noise-reduced audio recordings suitable for training deep learning models</a:t>
            </a:r>
            <a:endParaRPr lang="en-US" altLang="en-GB">
              <a:solidFill>
                <a:schemeClr val="accent3">
                  <a:lumMod val="50000"/>
                </a:schemeClr>
              </a:solidFill>
            </a:endParaRPr>
          </a:p>
          <a:p>
            <a:r>
              <a:rPr lang="en-US" altLang="en-GB">
                <a:solidFill>
                  <a:schemeClr val="accent3">
                    <a:lumMod val="50000"/>
                  </a:schemeClr>
                </a:solidFill>
              </a:rPr>
              <a:t>Contains multiple speakers and repeated utterances for improved model learning</a:t>
            </a:r>
            <a:endParaRPr lang="en-US" altLang="en-GB">
              <a:solidFill>
                <a:schemeClr val="accent3">
                  <a:lumMod val="50000"/>
                </a:schemeClr>
              </a:solidFill>
            </a:endParaRPr>
          </a:p>
          <a:p>
            <a:r>
              <a:rPr lang="en-US" altLang="en-GB">
                <a:solidFill>
                  <a:schemeClr val="accent3">
                    <a:lumMod val="50000"/>
                  </a:schemeClr>
                </a:solidFill>
              </a:rPr>
              <a:t>Widely used in assistive speech recognition studies</a:t>
            </a:r>
            <a:endParaRPr lang="en-US" altLang="en-GB">
              <a:solidFill>
                <a:schemeClr val="accent3">
                  <a:lumMod val="50000"/>
                </a:schemeClr>
              </a:solidFill>
            </a:endParaRPr>
          </a:p>
        </p:txBody>
      </p:sp>
      <p:sp>
        <p:nvSpPr>
          <p:cNvPr id="4" name="Text Placeholder 3"/>
          <p:cNvSpPr>
            <a:spLocks noGrp="1"/>
          </p:cNvSpPr>
          <p:nvPr>
            <p:ph type="body" sz="quarter" idx="12"/>
          </p:nvPr>
        </p:nvSpPr>
        <p:spPr/>
        <p:txBody>
          <a:bodyPr/>
          <a:p>
            <a:endParaRPr lang="en-GB" altLang="en-US"/>
          </a:p>
        </p:txBody>
      </p:sp>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2762" y="225174"/>
            <a:ext cx="8349916" cy="507365"/>
          </a:xfrm>
        </p:spPr>
        <p:txBody>
          <a:bodyPr/>
          <a:p>
            <a:r>
              <a:rPr lang="en-US" altLang="en-GB"/>
              <a:t>System Architecture</a:t>
            </a:r>
            <a:endParaRPr lang="en-US" altLang="en-GB"/>
          </a:p>
        </p:txBody>
      </p:sp>
      <p:pic>
        <p:nvPicPr>
          <p:cNvPr id="9" name="Content Placeholder 8" descr="-"/>
          <p:cNvPicPr>
            <a:picLocks noChangeAspect="1"/>
          </p:cNvPicPr>
          <p:nvPr>
            <p:ph idx="1"/>
          </p:nvPr>
        </p:nvPicPr>
        <p:blipFill>
          <a:blip r:embed="rId1"/>
          <a:srcRect t="69426"/>
          <a:stretch>
            <a:fillRect/>
          </a:stretch>
        </p:blipFill>
        <p:spPr>
          <a:xfrm>
            <a:off x="442595" y="1755775"/>
            <a:ext cx="8350885" cy="1925320"/>
          </a:xfrm>
          <a:prstGeom prst="rect">
            <a:avLst/>
          </a:prstGeom>
        </p:spPr>
      </p:pic>
      <p:sp>
        <p:nvSpPr>
          <p:cNvPr id="4" name="Text Placeholder 3"/>
          <p:cNvSpPr>
            <a:spLocks noGrp="1"/>
          </p:cNvSpPr>
          <p:nvPr>
            <p:ph type="body" sz="quarter" idx="12"/>
          </p:nvPr>
        </p:nvSpPr>
        <p:spPr/>
        <p:txBody>
          <a:bodyPr/>
          <a:p>
            <a:endParaRPr lang="en-GB" altLang="en-US"/>
          </a:p>
        </p:txBody>
      </p:sp>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2762" y="225174"/>
            <a:ext cx="8349916" cy="507365"/>
          </a:xfrm>
        </p:spPr>
        <p:txBody>
          <a:bodyPr/>
          <a:p>
            <a:r>
              <a:rPr altLang="en-GB">
                <a:sym typeface="+mn-ea"/>
              </a:rPr>
              <a:t>System Architecture</a:t>
            </a:r>
            <a:endParaRPr lang="en-GB" altLang="en-US"/>
          </a:p>
        </p:txBody>
      </p:sp>
      <p:sp>
        <p:nvSpPr>
          <p:cNvPr id="3" name="Content Placeholder 2"/>
          <p:cNvSpPr>
            <a:spLocks noGrp="1"/>
          </p:cNvSpPr>
          <p:nvPr>
            <p:ph idx="1"/>
          </p:nvPr>
        </p:nvSpPr>
        <p:spPr/>
        <p:txBody>
          <a:bodyPr/>
          <a:p>
            <a:r>
              <a:rPr lang="en-US" altLang="en-GB">
                <a:solidFill>
                  <a:schemeClr val="accent3">
                    <a:lumMod val="50000"/>
                  </a:schemeClr>
                </a:solidFill>
              </a:rPr>
              <a:t>The system accepts speech input from the user.</a:t>
            </a:r>
            <a:endParaRPr lang="en-US" altLang="en-GB">
              <a:solidFill>
                <a:schemeClr val="accent3">
                  <a:lumMod val="50000"/>
                </a:schemeClr>
              </a:solidFill>
            </a:endParaRPr>
          </a:p>
          <a:p>
            <a:r>
              <a:rPr lang="en-US" altLang="en-GB">
                <a:solidFill>
                  <a:schemeClr val="accent3">
                    <a:lumMod val="50000"/>
                  </a:schemeClr>
                </a:solidFill>
              </a:rPr>
              <a:t>Audio signals are processed through preprocessing techniques to improve quality.</a:t>
            </a:r>
            <a:endParaRPr lang="en-US" altLang="en-GB">
              <a:solidFill>
                <a:schemeClr val="accent3">
                  <a:lumMod val="50000"/>
                </a:schemeClr>
              </a:solidFill>
            </a:endParaRPr>
          </a:p>
          <a:p>
            <a:r>
              <a:rPr lang="en-US" altLang="en-GB">
                <a:solidFill>
                  <a:schemeClr val="accent3">
                    <a:lumMod val="50000"/>
                  </a:schemeClr>
                </a:solidFill>
              </a:rPr>
              <a:t>Feature extraction converts speech signals into acoustic features suitable for model training.</a:t>
            </a:r>
            <a:endParaRPr lang="en-US" altLang="en-GB">
              <a:solidFill>
                <a:schemeClr val="accent3">
                  <a:lumMod val="50000"/>
                </a:schemeClr>
              </a:solidFill>
            </a:endParaRPr>
          </a:p>
          <a:p>
            <a:r>
              <a:rPr lang="en-US" altLang="en-GB">
                <a:solidFill>
                  <a:schemeClr val="accent3">
                    <a:lumMod val="50000"/>
                  </a:schemeClr>
                </a:solidFill>
              </a:rPr>
              <a:t>A deep learning speech recognition model analyzes these features and predicts the corresponding text.</a:t>
            </a:r>
            <a:endParaRPr lang="en-US" altLang="en-GB">
              <a:solidFill>
                <a:schemeClr val="accent3">
                  <a:lumMod val="50000"/>
                </a:schemeClr>
              </a:solidFill>
            </a:endParaRPr>
          </a:p>
          <a:p>
            <a:r>
              <a:rPr lang="en-US" altLang="en-GB">
                <a:solidFill>
                  <a:schemeClr val="accent3">
                    <a:lumMod val="50000"/>
                  </a:schemeClr>
                </a:solidFill>
              </a:rPr>
              <a:t>The output is processed through a Flask-based backend and displayed on a web interface.</a:t>
            </a:r>
            <a:endParaRPr lang="en-US" altLang="en-GB">
              <a:solidFill>
                <a:schemeClr val="accent3">
                  <a:lumMod val="50000"/>
                </a:schemeClr>
              </a:solidFill>
            </a:endParaRPr>
          </a:p>
        </p:txBody>
      </p:sp>
      <p:sp>
        <p:nvSpPr>
          <p:cNvPr id="4" name="Text Placeholder 3"/>
          <p:cNvSpPr>
            <a:spLocks noGrp="1"/>
          </p:cNvSpPr>
          <p:nvPr>
            <p:ph type="body" sz="quarter" idx="12"/>
          </p:nvPr>
        </p:nvSpPr>
        <p:spPr/>
        <p:txBody>
          <a:bodyPr/>
          <a:p>
            <a:endParaRPr lang="en-GB" altLang="en-US"/>
          </a:p>
        </p:txBody>
      </p:sp>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2762" y="225174"/>
            <a:ext cx="8349916" cy="507365"/>
          </a:xfrm>
        </p:spPr>
        <p:txBody>
          <a:bodyPr/>
          <a:p>
            <a:r>
              <a:rPr lang="en-US" altLang="en-GB"/>
              <a:t>Proposed Methodology</a:t>
            </a:r>
            <a:endParaRPr lang="en-US" altLang="en-GB"/>
          </a:p>
        </p:txBody>
      </p:sp>
      <p:pic>
        <p:nvPicPr>
          <p:cNvPr id="6" name="Content Placeholder 5" descr="--"/>
          <p:cNvPicPr>
            <a:picLocks noChangeAspect="1"/>
          </p:cNvPicPr>
          <p:nvPr>
            <p:ph idx="1"/>
          </p:nvPr>
        </p:nvPicPr>
        <p:blipFill>
          <a:blip r:embed="rId1"/>
          <a:srcRect l="21282" r="20070" b="12111"/>
          <a:stretch>
            <a:fillRect/>
          </a:stretch>
        </p:blipFill>
        <p:spPr>
          <a:xfrm>
            <a:off x="442595" y="810895"/>
            <a:ext cx="3192145" cy="4006850"/>
          </a:xfrm>
          <a:prstGeom prst="rect">
            <a:avLst/>
          </a:prstGeom>
        </p:spPr>
      </p:pic>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sp>
        <p:nvSpPr>
          <p:cNvPr id="7" name="Text Box 6"/>
          <p:cNvSpPr txBox="1"/>
          <p:nvPr/>
        </p:nvSpPr>
        <p:spPr>
          <a:xfrm>
            <a:off x="3736340" y="814070"/>
            <a:ext cx="5036820" cy="3877945"/>
          </a:xfrm>
          <a:prstGeom prst="rect">
            <a:avLst/>
          </a:prstGeom>
          <a:noFill/>
          <a:ln w="19050" algn="ctr">
            <a:noFill/>
            <a:miter lim="800000"/>
          </a:ln>
        </p:spPr>
        <p:txBody>
          <a:bodyPr wrap="square" lIns="0" tIns="0" rIns="0" bIns="0" rtlCol="0">
            <a:spAutoFit/>
          </a:bodyPr>
          <a:p>
            <a:pPr marL="285750" indent="-285750">
              <a:buFont typeface="Wingdings" panose="05000000000000000000" charset="0"/>
              <a:buChar char="Ø"/>
            </a:pPr>
            <a:r>
              <a:rPr lang="en-US" altLang="en-GB" sz="1400" b="1" dirty="0" err="1" smtClean="0">
                <a:solidFill>
                  <a:schemeClr val="accent3">
                    <a:lumMod val="50000"/>
                  </a:schemeClr>
                </a:solidFill>
              </a:rPr>
              <a:t>Dataset Acquisition</a:t>
            </a:r>
            <a:r>
              <a:rPr lang="en-GB" altLang="en-US" sz="1400" b="1" dirty="0" err="1" smtClean="0">
                <a:solidFill>
                  <a:schemeClr val="accent3">
                    <a:lumMod val="50000"/>
                  </a:schemeClr>
                </a:solidFill>
              </a:rPr>
              <a:t> : </a:t>
            </a:r>
            <a:r>
              <a:rPr lang="en-US" altLang="en-GB" sz="1400" dirty="0" err="1" smtClean="0">
                <a:solidFill>
                  <a:schemeClr val="accent3">
                    <a:lumMod val="50000"/>
                  </a:schemeClr>
                </a:solidFill>
              </a:rPr>
              <a:t>Dysarthric speech recordings are obtained from the selected dataset.</a:t>
            </a:r>
            <a:endParaRPr lang="en-US" altLang="en-GB" sz="1400" dirty="0" err="1" smtClean="0">
              <a:solidFill>
                <a:schemeClr val="accent3">
                  <a:lumMod val="50000"/>
                </a:schemeClr>
              </a:solidFill>
            </a:endParaRPr>
          </a:p>
          <a:p>
            <a:pPr marL="285750" indent="-285750">
              <a:buFont typeface="Wingdings" panose="05000000000000000000" charset="0"/>
              <a:buChar char="Ø"/>
            </a:pPr>
            <a:endParaRPr lang="en-US" altLang="en-GB" sz="1400" dirty="0" err="1" smtClean="0">
              <a:solidFill>
                <a:schemeClr val="accent3">
                  <a:lumMod val="50000"/>
                </a:schemeClr>
              </a:solidFill>
            </a:endParaRPr>
          </a:p>
          <a:p>
            <a:pPr marL="285750" indent="-285750">
              <a:buFont typeface="Wingdings" panose="05000000000000000000" charset="0"/>
              <a:buChar char="Ø"/>
            </a:pPr>
            <a:r>
              <a:rPr lang="en-US" altLang="en-GB" sz="1400" b="1" dirty="0" err="1" smtClean="0">
                <a:solidFill>
                  <a:schemeClr val="accent3">
                    <a:lumMod val="50000"/>
                  </a:schemeClr>
                </a:solidFill>
              </a:rPr>
              <a:t>Audio Preprocessing</a:t>
            </a:r>
            <a:r>
              <a:rPr lang="en-GB" altLang="en-US" sz="1400" b="1" dirty="0" err="1" smtClean="0">
                <a:solidFill>
                  <a:schemeClr val="accent3">
                    <a:lumMod val="50000"/>
                  </a:schemeClr>
                </a:solidFill>
              </a:rPr>
              <a:t> : </a:t>
            </a:r>
            <a:r>
              <a:rPr lang="en-US" altLang="en-GB" sz="1400" dirty="0" err="1" smtClean="0">
                <a:solidFill>
                  <a:schemeClr val="accent3">
                    <a:lumMod val="50000"/>
                  </a:schemeClr>
                </a:solidFill>
              </a:rPr>
              <a:t>Audio normalization and noise handling are performed to improve signal quality.</a:t>
            </a:r>
            <a:endParaRPr lang="en-US" altLang="en-GB" sz="1400" dirty="0" err="1" smtClean="0">
              <a:solidFill>
                <a:schemeClr val="accent3">
                  <a:lumMod val="50000"/>
                </a:schemeClr>
              </a:solidFill>
            </a:endParaRPr>
          </a:p>
          <a:p>
            <a:pPr marL="285750" indent="-285750">
              <a:buFont typeface="Wingdings" panose="05000000000000000000" charset="0"/>
              <a:buChar char="Ø"/>
            </a:pPr>
            <a:endParaRPr lang="en-US" altLang="en-GB" sz="1400" dirty="0" err="1" smtClean="0">
              <a:solidFill>
                <a:schemeClr val="accent3">
                  <a:lumMod val="50000"/>
                </a:schemeClr>
              </a:solidFill>
            </a:endParaRPr>
          </a:p>
          <a:p>
            <a:pPr marL="285750" indent="-285750">
              <a:buFont typeface="Wingdings" panose="05000000000000000000" charset="0"/>
              <a:buChar char="Ø"/>
            </a:pPr>
            <a:r>
              <a:rPr lang="en-US" altLang="en-GB" sz="1400" b="1" dirty="0" err="1" smtClean="0">
                <a:solidFill>
                  <a:schemeClr val="accent3">
                    <a:lumMod val="50000"/>
                  </a:schemeClr>
                </a:solidFill>
              </a:rPr>
              <a:t>Feature Extraction</a:t>
            </a:r>
            <a:r>
              <a:rPr lang="en-GB" altLang="en-US" sz="1400" b="1" dirty="0" err="1" smtClean="0">
                <a:solidFill>
                  <a:schemeClr val="accent3">
                    <a:lumMod val="50000"/>
                  </a:schemeClr>
                </a:solidFill>
              </a:rPr>
              <a:t> : </a:t>
            </a:r>
            <a:r>
              <a:rPr lang="en-US" altLang="en-GB" sz="1400" dirty="0" err="1" smtClean="0">
                <a:solidFill>
                  <a:schemeClr val="accent3">
                    <a:lumMod val="50000"/>
                  </a:schemeClr>
                </a:solidFill>
              </a:rPr>
              <a:t>Acoustic features such as MFCC representations are extracted from audio signals.</a:t>
            </a:r>
            <a:endParaRPr lang="en-US" altLang="en-GB" sz="1400" dirty="0" err="1" smtClean="0">
              <a:solidFill>
                <a:schemeClr val="accent3">
                  <a:lumMod val="50000"/>
                </a:schemeClr>
              </a:solidFill>
            </a:endParaRPr>
          </a:p>
          <a:p>
            <a:pPr marL="285750" indent="-285750">
              <a:buFont typeface="Wingdings" panose="05000000000000000000" charset="0"/>
              <a:buChar char="Ø"/>
            </a:pPr>
            <a:endParaRPr lang="en-US" altLang="en-GB" sz="1400" dirty="0" err="1" smtClean="0">
              <a:solidFill>
                <a:schemeClr val="accent3">
                  <a:lumMod val="50000"/>
                </a:schemeClr>
              </a:solidFill>
            </a:endParaRPr>
          </a:p>
          <a:p>
            <a:pPr marL="285750" indent="-285750">
              <a:buFont typeface="Wingdings" panose="05000000000000000000" charset="0"/>
              <a:buChar char="Ø"/>
            </a:pPr>
            <a:r>
              <a:rPr lang="en-US" altLang="en-GB" sz="1400" b="1" dirty="0" err="1" smtClean="0">
                <a:solidFill>
                  <a:schemeClr val="accent3">
                    <a:lumMod val="50000"/>
                  </a:schemeClr>
                </a:solidFill>
              </a:rPr>
              <a:t>Model Training</a:t>
            </a:r>
            <a:r>
              <a:rPr lang="en-GB" altLang="en-US" sz="1400" b="1" dirty="0" err="1" smtClean="0">
                <a:solidFill>
                  <a:schemeClr val="accent3">
                    <a:lumMod val="50000"/>
                  </a:schemeClr>
                </a:solidFill>
              </a:rPr>
              <a:t> : </a:t>
            </a:r>
            <a:r>
              <a:rPr lang="en-US" altLang="en-GB" sz="1400" dirty="0" err="1" smtClean="0">
                <a:solidFill>
                  <a:schemeClr val="accent3">
                    <a:lumMod val="50000"/>
                  </a:schemeClr>
                </a:solidFill>
              </a:rPr>
              <a:t>Extracted features are used to train a deep learning–based speech recognition model.</a:t>
            </a:r>
            <a:endParaRPr lang="en-US" altLang="en-GB" sz="1400" dirty="0" err="1" smtClean="0">
              <a:solidFill>
                <a:schemeClr val="accent3">
                  <a:lumMod val="50000"/>
                </a:schemeClr>
              </a:solidFill>
            </a:endParaRPr>
          </a:p>
          <a:p>
            <a:pPr marL="285750" indent="-285750">
              <a:buFont typeface="Wingdings" panose="05000000000000000000" charset="0"/>
              <a:buChar char="Ø"/>
            </a:pPr>
            <a:endParaRPr lang="en-US" altLang="en-GB" sz="1400" dirty="0" err="1" smtClean="0">
              <a:solidFill>
                <a:schemeClr val="accent3">
                  <a:lumMod val="50000"/>
                </a:schemeClr>
              </a:solidFill>
            </a:endParaRPr>
          </a:p>
          <a:p>
            <a:pPr marL="285750" indent="-285750">
              <a:buFont typeface="Wingdings" panose="05000000000000000000" charset="0"/>
              <a:buChar char="Ø"/>
            </a:pPr>
            <a:r>
              <a:rPr lang="en-US" altLang="en-GB" sz="1400" b="1" dirty="0" err="1" smtClean="0">
                <a:solidFill>
                  <a:schemeClr val="accent3">
                    <a:lumMod val="50000"/>
                  </a:schemeClr>
                </a:solidFill>
              </a:rPr>
              <a:t>Speech-to-Text Decoding</a:t>
            </a:r>
            <a:r>
              <a:rPr lang="en-GB" altLang="en-US" sz="1400" b="1" dirty="0" err="1" smtClean="0">
                <a:solidFill>
                  <a:schemeClr val="accent3">
                    <a:lumMod val="50000"/>
                  </a:schemeClr>
                </a:solidFill>
              </a:rPr>
              <a:t> : </a:t>
            </a:r>
            <a:r>
              <a:rPr lang="en-US" altLang="en-GB" sz="1400" dirty="0" err="1" smtClean="0">
                <a:solidFill>
                  <a:schemeClr val="accent3">
                    <a:lumMod val="50000"/>
                  </a:schemeClr>
                </a:solidFill>
              </a:rPr>
              <a:t>The trained model predicts the corresponding text output from speech input.</a:t>
            </a:r>
            <a:endParaRPr lang="en-US" altLang="en-GB" sz="1400" dirty="0" err="1" smtClean="0">
              <a:solidFill>
                <a:schemeClr val="accent3">
                  <a:lumMod val="50000"/>
                </a:schemeClr>
              </a:solidFill>
            </a:endParaRPr>
          </a:p>
          <a:p>
            <a:pPr marL="285750" indent="-285750">
              <a:buFont typeface="Wingdings" panose="05000000000000000000" charset="0"/>
              <a:buChar char="Ø"/>
            </a:pPr>
            <a:endParaRPr lang="en-US" altLang="en-GB" sz="1400" dirty="0" err="1" smtClean="0">
              <a:solidFill>
                <a:schemeClr val="accent3">
                  <a:lumMod val="50000"/>
                </a:schemeClr>
              </a:solidFill>
            </a:endParaRPr>
          </a:p>
          <a:p>
            <a:pPr marL="285750" indent="-285750">
              <a:buFont typeface="Wingdings" panose="05000000000000000000" charset="0"/>
              <a:buChar char="Ø"/>
            </a:pPr>
            <a:r>
              <a:rPr lang="en-US" altLang="en-GB" sz="1400" b="1" dirty="0" err="1" smtClean="0">
                <a:solidFill>
                  <a:schemeClr val="accent3">
                    <a:lumMod val="50000"/>
                  </a:schemeClr>
                </a:solidFill>
              </a:rPr>
              <a:t>Performance Evaluation</a:t>
            </a:r>
            <a:r>
              <a:rPr lang="en-GB" altLang="en-US" sz="1400" b="1" dirty="0" err="1" smtClean="0">
                <a:solidFill>
                  <a:schemeClr val="accent3">
                    <a:lumMod val="50000"/>
                  </a:schemeClr>
                </a:solidFill>
              </a:rPr>
              <a:t> : </a:t>
            </a:r>
            <a:r>
              <a:rPr lang="en-US" altLang="en-GB" sz="1400" dirty="0" err="1" smtClean="0">
                <a:solidFill>
                  <a:schemeClr val="accent3">
                    <a:lumMod val="50000"/>
                  </a:schemeClr>
                </a:solidFill>
              </a:rPr>
              <a:t>The system performance is evaluated using metrics such as Word Error Rate (WER) and recognition accuracy.</a:t>
            </a:r>
            <a:endParaRPr lang="en-US" altLang="en-GB" sz="1400" dirty="0" err="1" smtClean="0">
              <a:solidFill>
                <a:schemeClr val="accent3">
                  <a:lumMod val="50000"/>
                </a:schemeClr>
              </a:solidFill>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2762" y="225174"/>
            <a:ext cx="8349916" cy="507365"/>
          </a:xfrm>
        </p:spPr>
        <p:txBody>
          <a:bodyPr/>
          <a:p>
            <a:r>
              <a:rPr lang="en-US" altLang="en-GB"/>
              <a:t>Deep Learning Model Architecture</a:t>
            </a:r>
            <a:endParaRPr lang="en-US" altLang="en-GB"/>
          </a:p>
        </p:txBody>
      </p:sp>
      <p:pic>
        <p:nvPicPr>
          <p:cNvPr id="6" name="Content Placeholder 5" descr="---"/>
          <p:cNvPicPr>
            <a:picLocks noChangeAspect="1"/>
          </p:cNvPicPr>
          <p:nvPr>
            <p:ph idx="1"/>
          </p:nvPr>
        </p:nvPicPr>
        <p:blipFill>
          <a:blip r:embed="rId1"/>
          <a:srcRect l="3977" t="6237" r="3920" b="36983"/>
          <a:stretch>
            <a:fillRect/>
          </a:stretch>
        </p:blipFill>
        <p:spPr>
          <a:xfrm>
            <a:off x="442595" y="811530"/>
            <a:ext cx="3646805" cy="3792855"/>
          </a:xfrm>
          <a:prstGeom prst="rect">
            <a:avLst/>
          </a:prstGeom>
        </p:spPr>
      </p:pic>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sp>
        <p:nvSpPr>
          <p:cNvPr id="7" name="Text Box 6"/>
          <p:cNvSpPr txBox="1"/>
          <p:nvPr/>
        </p:nvSpPr>
        <p:spPr>
          <a:xfrm>
            <a:off x="4157345" y="955675"/>
            <a:ext cx="4722495" cy="3231515"/>
          </a:xfrm>
          <a:prstGeom prst="rect">
            <a:avLst/>
          </a:prstGeom>
          <a:noFill/>
          <a:ln w="19050" algn="ctr">
            <a:noFill/>
            <a:miter lim="800000"/>
          </a:ln>
        </p:spPr>
        <p:txBody>
          <a:bodyPr wrap="square" lIns="0" tIns="0" rIns="0" bIns="0" rtlCol="0">
            <a:spAutoFit/>
          </a:bodyPr>
          <a:p>
            <a:pPr marL="285750" indent="-285750">
              <a:buFont typeface="Wingdings" panose="05000000000000000000" charset="0"/>
              <a:buChar char="Ø"/>
            </a:pPr>
            <a:r>
              <a:rPr lang="en-US" altLang="en-GB" sz="1400" dirty="0" err="1" smtClean="0">
                <a:solidFill>
                  <a:schemeClr val="accent3">
                    <a:lumMod val="50000"/>
                  </a:schemeClr>
                </a:solidFill>
              </a:rPr>
              <a:t>The audio signal is first converted into acoustic features such as MFCC or spectrogram representations.</a:t>
            </a:r>
            <a:endParaRPr lang="en-US" altLang="en-GB" sz="1400" dirty="0" err="1" smtClean="0">
              <a:solidFill>
                <a:schemeClr val="accent3">
                  <a:lumMod val="50000"/>
                </a:schemeClr>
              </a:solidFill>
            </a:endParaRPr>
          </a:p>
          <a:p>
            <a:pPr marL="285750" indent="-285750">
              <a:buFont typeface="Wingdings" panose="05000000000000000000" charset="0"/>
              <a:buChar char="Ø"/>
            </a:pPr>
            <a:endParaRPr lang="en-US" altLang="en-GB" sz="1400" dirty="0" err="1" smtClean="0">
              <a:solidFill>
                <a:schemeClr val="accent3">
                  <a:lumMod val="50000"/>
                </a:schemeClr>
              </a:solidFill>
            </a:endParaRPr>
          </a:p>
          <a:p>
            <a:pPr marL="285750" indent="-285750">
              <a:buFont typeface="Wingdings" panose="05000000000000000000" charset="0"/>
              <a:buChar char="Ø"/>
            </a:pPr>
            <a:r>
              <a:rPr lang="en-US" altLang="en-GB" sz="1400" dirty="0" err="1" smtClean="0">
                <a:solidFill>
                  <a:schemeClr val="accent3">
                    <a:lumMod val="50000"/>
                  </a:schemeClr>
                </a:solidFill>
              </a:rPr>
              <a:t>These features are processed by a deep neural network–based acoustic model that learns speech patterns.</a:t>
            </a:r>
            <a:endParaRPr lang="en-US" altLang="en-GB" sz="1400" dirty="0" err="1" smtClean="0">
              <a:solidFill>
                <a:schemeClr val="accent3">
                  <a:lumMod val="50000"/>
                </a:schemeClr>
              </a:solidFill>
            </a:endParaRPr>
          </a:p>
          <a:p>
            <a:pPr marL="285750" indent="-285750">
              <a:buFont typeface="Wingdings" panose="05000000000000000000" charset="0"/>
              <a:buChar char="Ø"/>
            </a:pPr>
            <a:endParaRPr lang="en-US" altLang="en-GB" sz="1400" dirty="0" err="1" smtClean="0">
              <a:solidFill>
                <a:schemeClr val="accent3">
                  <a:lumMod val="50000"/>
                </a:schemeClr>
              </a:solidFill>
            </a:endParaRPr>
          </a:p>
          <a:p>
            <a:pPr marL="285750" indent="-285750">
              <a:buFont typeface="Wingdings" panose="05000000000000000000" charset="0"/>
              <a:buChar char="Ø"/>
            </a:pPr>
            <a:r>
              <a:rPr lang="en-US" altLang="en-GB" sz="1400" dirty="0" err="1" smtClean="0">
                <a:solidFill>
                  <a:schemeClr val="accent3">
                    <a:lumMod val="50000"/>
                  </a:schemeClr>
                </a:solidFill>
              </a:rPr>
              <a:t>A sequence modeling layer captures temporal dependencies in speech signals.</a:t>
            </a:r>
            <a:endParaRPr lang="en-US" altLang="en-GB" sz="1400" dirty="0" err="1" smtClean="0">
              <a:solidFill>
                <a:schemeClr val="accent3">
                  <a:lumMod val="50000"/>
                </a:schemeClr>
              </a:solidFill>
            </a:endParaRPr>
          </a:p>
          <a:p>
            <a:pPr marL="285750" indent="-285750">
              <a:buFont typeface="Wingdings" panose="05000000000000000000" charset="0"/>
              <a:buChar char="Ø"/>
            </a:pPr>
            <a:endParaRPr lang="en-US" altLang="en-GB" sz="1400" dirty="0" err="1" smtClean="0">
              <a:solidFill>
                <a:schemeClr val="accent3">
                  <a:lumMod val="50000"/>
                </a:schemeClr>
              </a:solidFill>
            </a:endParaRPr>
          </a:p>
          <a:p>
            <a:pPr marL="285750" indent="-285750">
              <a:buFont typeface="Wingdings" panose="05000000000000000000" charset="0"/>
              <a:buChar char="Ø"/>
            </a:pPr>
            <a:r>
              <a:rPr lang="en-US" altLang="en-GB" sz="1400" dirty="0" err="1" smtClean="0">
                <a:solidFill>
                  <a:schemeClr val="accent3">
                    <a:lumMod val="50000"/>
                  </a:schemeClr>
                </a:solidFill>
              </a:rPr>
              <a:t>The decoder layer converts the model output into readable text sequences.</a:t>
            </a:r>
            <a:endParaRPr lang="en-US" altLang="en-GB" sz="1400" dirty="0" err="1" smtClean="0">
              <a:solidFill>
                <a:schemeClr val="accent3">
                  <a:lumMod val="50000"/>
                </a:schemeClr>
              </a:solidFill>
            </a:endParaRPr>
          </a:p>
          <a:p>
            <a:pPr marL="285750" indent="-285750">
              <a:buFont typeface="Wingdings" panose="05000000000000000000" charset="0"/>
              <a:buChar char="Ø"/>
            </a:pPr>
            <a:endParaRPr lang="en-US" altLang="en-GB" sz="1400" dirty="0" err="1" smtClean="0">
              <a:solidFill>
                <a:schemeClr val="accent3">
                  <a:lumMod val="50000"/>
                </a:schemeClr>
              </a:solidFill>
            </a:endParaRPr>
          </a:p>
          <a:p>
            <a:pPr marL="285750" indent="-285750">
              <a:buFont typeface="Wingdings" panose="05000000000000000000" charset="0"/>
              <a:buChar char="Ø"/>
            </a:pPr>
            <a:r>
              <a:rPr lang="en-US" altLang="en-GB" sz="1400" dirty="0" err="1" smtClean="0">
                <a:solidFill>
                  <a:schemeClr val="accent3">
                    <a:lumMod val="50000"/>
                  </a:schemeClr>
                </a:solidFill>
              </a:rPr>
              <a:t>This architecture allows the model to learn complex variations in dysarthric speech patterns.</a:t>
            </a:r>
            <a:endParaRPr lang="en-US" altLang="en-GB" sz="1400" dirty="0" err="1" smtClean="0">
              <a:solidFill>
                <a:schemeClr val="accent3">
                  <a:lumMod val="50000"/>
                </a:schemeClr>
              </a:solidFill>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2762" y="225174"/>
            <a:ext cx="8349916" cy="507365"/>
          </a:xfrm>
        </p:spPr>
        <p:txBody>
          <a:bodyPr/>
          <a:p>
            <a:r>
              <a:rPr lang="en-US" altLang="en-GB"/>
              <a:t>Technology Stack</a:t>
            </a:r>
            <a:endParaRPr lang="en-US" altLang="en-GB"/>
          </a:p>
        </p:txBody>
      </p:sp>
      <p:sp>
        <p:nvSpPr>
          <p:cNvPr id="4" name="Text Placeholder 3"/>
          <p:cNvSpPr>
            <a:spLocks noGrp="1"/>
          </p:cNvSpPr>
          <p:nvPr>
            <p:ph type="body" sz="quarter" idx="12"/>
          </p:nvPr>
        </p:nvSpPr>
        <p:spPr/>
        <p:txBody>
          <a:bodyPr/>
          <a:p>
            <a:endParaRPr lang="en-GB" altLang="en-US"/>
          </a:p>
        </p:txBody>
      </p:sp>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graphicFrame>
        <p:nvGraphicFramePr>
          <p:cNvPr id="6" name="Table 5"/>
          <p:cNvGraphicFramePr/>
          <p:nvPr/>
        </p:nvGraphicFramePr>
        <p:xfrm>
          <a:off x="442595" y="1281430"/>
          <a:ext cx="7863840" cy="0"/>
        </p:xfrm>
        <a:graphic>
          <a:graphicData uri="http://schemas.openxmlformats.org/drawingml/2006/table">
            <a:tbl>
              <a:tblPr>
                <a:tableStyleId>{2D5ABB26-0587-4C30-8999-92F81FD0307C}</a:tableStyleId>
              </a:tblPr>
              <a:tblGrid>
                <a:gridCol w="3931920"/>
                <a:gridCol w="3931920"/>
              </a:tblGrid>
              <a:tr h="360000">
                <a:tc>
                  <a:txBody>
                    <a:bodyPr/>
                    <a:p>
                      <a:pPr algn="ctr"/>
                      <a:r>
                        <a:rPr sz="1400" b="1">
                          <a:solidFill>
                            <a:schemeClr val="accent3">
                              <a:lumMod val="50000"/>
                            </a:schemeClr>
                          </a:solidFill>
                        </a:rPr>
                        <a:t>Layer</a:t>
                      </a:r>
                      <a:endParaRPr sz="1400" b="1">
                        <a:solidFill>
                          <a:schemeClr val="accent3">
                            <a:lumMod val="50000"/>
                          </a:schemeClr>
                        </a:solidFill>
                      </a:endParaRPr>
                    </a:p>
                  </a:txBody>
                  <a:tcPr marL="0" marR="0" marT="0" marB="0" anchor="ctr" anchorCtr="0">
                    <a:lnL>
                      <a:noFill/>
                    </a:lnL>
                    <a:lnR>
                      <a:noFill/>
                    </a:lnR>
                    <a:lnT>
                      <a:noFill/>
                    </a:lnT>
                    <a:lnB>
                      <a:noFill/>
                    </a:lnB>
                    <a:lnTlToBr>
                      <a:noFill/>
                    </a:lnTlToBr>
                    <a:lnBlToTr>
                      <a:noFill/>
                    </a:lnBlToTr>
                  </a:tcPr>
                </a:tc>
                <a:tc>
                  <a:txBody>
                    <a:bodyPr/>
                    <a:p>
                      <a:pPr algn="ctr"/>
                      <a:r>
                        <a:rPr sz="1400" b="1">
                          <a:solidFill>
                            <a:schemeClr val="accent3">
                              <a:lumMod val="50000"/>
                            </a:schemeClr>
                          </a:solidFill>
                        </a:rPr>
                        <a:t>Technology</a:t>
                      </a:r>
                      <a:endParaRPr sz="1400" b="1">
                        <a:solidFill>
                          <a:schemeClr val="accent3">
                            <a:lumMod val="50000"/>
                          </a:schemeClr>
                        </a:solidFill>
                      </a:endParaRPr>
                    </a:p>
                  </a:txBody>
                  <a:tcPr marL="0" marR="0" marT="0" marB="0" anchor="ctr" anchorCtr="0">
                    <a:lnL>
                      <a:noFill/>
                    </a:lnL>
                    <a:lnR>
                      <a:noFill/>
                    </a:lnR>
                    <a:lnT>
                      <a:noFill/>
                    </a:lnT>
                    <a:lnB>
                      <a:noFill/>
                    </a:lnB>
                    <a:lnTlToBr>
                      <a:noFill/>
                    </a:lnTlToBr>
                    <a:lnBlToTr>
                      <a:noFill/>
                    </a:lnBlToTr>
                  </a:tcPr>
                </a:tc>
              </a:tr>
              <a:tr h="360000">
                <a:tc>
                  <a:txBody>
                    <a:bodyPr/>
                    <a:p>
                      <a:r>
                        <a:rPr sz="1400">
                          <a:solidFill>
                            <a:schemeClr val="accent3">
                              <a:lumMod val="50000"/>
                            </a:schemeClr>
                          </a:solidFill>
                        </a:rPr>
                        <a:t>Frontend</a:t>
                      </a:r>
                      <a:endParaRPr sz="1400">
                        <a:solidFill>
                          <a:schemeClr val="accent3">
                            <a:lumMod val="50000"/>
                          </a:schemeClr>
                        </a:solidFill>
                      </a:endParaRPr>
                    </a:p>
                  </a:txBody>
                  <a:tcPr marL="0" marR="0" marT="0" marB="0" anchor="ctr" anchorCtr="0">
                    <a:lnL>
                      <a:noFill/>
                    </a:lnL>
                    <a:lnR>
                      <a:noFill/>
                    </a:lnR>
                    <a:lnT>
                      <a:noFill/>
                    </a:lnT>
                    <a:lnB>
                      <a:noFill/>
                    </a:lnB>
                    <a:lnTlToBr>
                      <a:noFill/>
                    </a:lnTlToBr>
                    <a:lnBlToTr>
                      <a:noFill/>
                    </a:lnBlToTr>
                  </a:tcPr>
                </a:tc>
                <a:tc>
                  <a:txBody>
                    <a:bodyPr/>
                    <a:p>
                      <a:r>
                        <a:rPr sz="1400">
                          <a:solidFill>
                            <a:schemeClr val="accent3">
                              <a:lumMod val="50000"/>
                            </a:schemeClr>
                          </a:solidFill>
                        </a:rPr>
                        <a:t>HTML, CSS, JavaScript</a:t>
                      </a:r>
                      <a:endParaRPr sz="1400">
                        <a:solidFill>
                          <a:schemeClr val="accent3">
                            <a:lumMod val="50000"/>
                          </a:schemeClr>
                        </a:solidFill>
                      </a:endParaRPr>
                    </a:p>
                  </a:txBody>
                  <a:tcPr marL="0" marR="0" marT="0" marB="0" anchor="ctr" anchorCtr="0">
                    <a:lnL>
                      <a:noFill/>
                    </a:lnL>
                    <a:lnR>
                      <a:noFill/>
                    </a:lnR>
                    <a:lnT>
                      <a:noFill/>
                    </a:lnT>
                    <a:lnB>
                      <a:noFill/>
                    </a:lnB>
                    <a:lnTlToBr>
                      <a:noFill/>
                    </a:lnTlToBr>
                    <a:lnBlToTr>
                      <a:noFill/>
                    </a:lnBlToTr>
                  </a:tcPr>
                </a:tc>
              </a:tr>
              <a:tr h="360000">
                <a:tc>
                  <a:txBody>
                    <a:bodyPr/>
                    <a:p>
                      <a:r>
                        <a:rPr sz="1400">
                          <a:solidFill>
                            <a:schemeClr val="accent3">
                              <a:lumMod val="50000"/>
                            </a:schemeClr>
                          </a:solidFill>
                        </a:rPr>
                        <a:t>Backend</a:t>
                      </a:r>
                      <a:endParaRPr sz="1400">
                        <a:solidFill>
                          <a:schemeClr val="accent3">
                            <a:lumMod val="50000"/>
                          </a:schemeClr>
                        </a:solidFill>
                      </a:endParaRPr>
                    </a:p>
                  </a:txBody>
                  <a:tcPr marL="0" marR="0" marT="0" marB="0" anchor="ctr" anchorCtr="0">
                    <a:lnL>
                      <a:noFill/>
                    </a:lnL>
                    <a:lnR>
                      <a:noFill/>
                    </a:lnR>
                    <a:lnT>
                      <a:noFill/>
                    </a:lnT>
                    <a:lnB>
                      <a:noFill/>
                    </a:lnB>
                    <a:lnTlToBr>
                      <a:noFill/>
                    </a:lnTlToBr>
                    <a:lnBlToTr>
                      <a:noFill/>
                    </a:lnBlToTr>
                  </a:tcPr>
                </a:tc>
                <a:tc>
                  <a:txBody>
                    <a:bodyPr/>
                    <a:p>
                      <a:r>
                        <a:rPr sz="1400">
                          <a:solidFill>
                            <a:schemeClr val="accent3">
                              <a:lumMod val="50000"/>
                            </a:schemeClr>
                          </a:solidFill>
                        </a:rPr>
                        <a:t>Python (Flask / FastAPI)</a:t>
                      </a:r>
                      <a:endParaRPr sz="1400">
                        <a:solidFill>
                          <a:schemeClr val="accent3">
                            <a:lumMod val="50000"/>
                          </a:schemeClr>
                        </a:solidFill>
                      </a:endParaRPr>
                    </a:p>
                  </a:txBody>
                  <a:tcPr marL="0" marR="0" marT="0" marB="0" anchor="ctr" anchorCtr="0">
                    <a:lnL>
                      <a:noFill/>
                    </a:lnL>
                    <a:lnR>
                      <a:noFill/>
                    </a:lnR>
                    <a:lnT>
                      <a:noFill/>
                    </a:lnT>
                    <a:lnB>
                      <a:noFill/>
                    </a:lnB>
                    <a:lnTlToBr>
                      <a:noFill/>
                    </a:lnTlToBr>
                    <a:lnBlToTr>
                      <a:noFill/>
                    </a:lnBlToTr>
                  </a:tcPr>
                </a:tc>
              </a:tr>
              <a:tr h="360000">
                <a:tc>
                  <a:txBody>
                    <a:bodyPr/>
                    <a:p>
                      <a:r>
                        <a:rPr sz="1400">
                          <a:solidFill>
                            <a:schemeClr val="accent3">
                              <a:lumMod val="50000"/>
                            </a:schemeClr>
                          </a:solidFill>
                        </a:rPr>
                        <a:t>Speech Processing</a:t>
                      </a:r>
                      <a:endParaRPr sz="1400">
                        <a:solidFill>
                          <a:schemeClr val="accent3">
                            <a:lumMod val="50000"/>
                          </a:schemeClr>
                        </a:solidFill>
                      </a:endParaRPr>
                    </a:p>
                  </a:txBody>
                  <a:tcPr marL="0" marR="0" marT="0" marB="0" anchor="ctr" anchorCtr="0">
                    <a:lnL>
                      <a:noFill/>
                    </a:lnL>
                    <a:lnR>
                      <a:noFill/>
                    </a:lnR>
                    <a:lnT>
                      <a:noFill/>
                    </a:lnT>
                    <a:lnB>
                      <a:noFill/>
                    </a:lnB>
                    <a:lnTlToBr>
                      <a:noFill/>
                    </a:lnTlToBr>
                    <a:lnBlToTr>
                      <a:noFill/>
                    </a:lnBlToTr>
                  </a:tcPr>
                </a:tc>
                <a:tc>
                  <a:txBody>
                    <a:bodyPr/>
                    <a:p>
                      <a:r>
                        <a:rPr sz="1400">
                          <a:solidFill>
                            <a:schemeClr val="accent3">
                              <a:lumMod val="50000"/>
                            </a:schemeClr>
                          </a:solidFill>
                        </a:rPr>
                        <a:t>Librosa, SpeechBrain</a:t>
                      </a:r>
                      <a:endParaRPr sz="1400">
                        <a:solidFill>
                          <a:schemeClr val="accent3">
                            <a:lumMod val="50000"/>
                          </a:schemeClr>
                        </a:solidFill>
                      </a:endParaRPr>
                    </a:p>
                  </a:txBody>
                  <a:tcPr marL="0" marR="0" marT="0" marB="0" anchor="ctr" anchorCtr="0">
                    <a:lnL>
                      <a:noFill/>
                    </a:lnL>
                    <a:lnR>
                      <a:noFill/>
                    </a:lnR>
                    <a:lnT>
                      <a:noFill/>
                    </a:lnT>
                    <a:lnB>
                      <a:noFill/>
                    </a:lnB>
                    <a:lnTlToBr>
                      <a:noFill/>
                    </a:lnTlToBr>
                    <a:lnBlToTr>
                      <a:noFill/>
                    </a:lnBlToTr>
                  </a:tcPr>
                </a:tc>
              </a:tr>
              <a:tr h="360000">
                <a:tc>
                  <a:txBody>
                    <a:bodyPr/>
                    <a:p>
                      <a:r>
                        <a:rPr sz="1400">
                          <a:solidFill>
                            <a:schemeClr val="accent3">
                              <a:lumMod val="50000"/>
                            </a:schemeClr>
                          </a:solidFill>
                        </a:rPr>
                        <a:t>Model</a:t>
                      </a:r>
                      <a:endParaRPr sz="1400">
                        <a:solidFill>
                          <a:schemeClr val="accent3">
                            <a:lumMod val="50000"/>
                          </a:schemeClr>
                        </a:solidFill>
                      </a:endParaRPr>
                    </a:p>
                  </a:txBody>
                  <a:tcPr marL="0" marR="0" marT="0" marB="0" anchor="ctr" anchorCtr="0">
                    <a:lnL>
                      <a:noFill/>
                    </a:lnL>
                    <a:lnR>
                      <a:noFill/>
                    </a:lnR>
                    <a:lnT>
                      <a:noFill/>
                    </a:lnT>
                    <a:lnB>
                      <a:noFill/>
                    </a:lnB>
                    <a:lnTlToBr>
                      <a:noFill/>
                    </a:lnTlToBr>
                    <a:lnBlToTr>
                      <a:noFill/>
                    </a:lnBlToTr>
                  </a:tcPr>
                </a:tc>
                <a:tc>
                  <a:txBody>
                    <a:bodyPr/>
                    <a:p>
                      <a:r>
                        <a:rPr sz="1400">
                          <a:solidFill>
                            <a:schemeClr val="accent3">
                              <a:lumMod val="50000"/>
                            </a:schemeClr>
                          </a:solidFill>
                        </a:rPr>
                        <a:t>Pretrained Deep Learning ASR</a:t>
                      </a:r>
                      <a:endParaRPr sz="1400">
                        <a:solidFill>
                          <a:schemeClr val="accent3">
                            <a:lumMod val="50000"/>
                          </a:schemeClr>
                        </a:solidFill>
                      </a:endParaRPr>
                    </a:p>
                  </a:txBody>
                  <a:tcPr marL="0" marR="0" marT="0" marB="0" anchor="ctr" anchorCtr="0">
                    <a:lnL>
                      <a:noFill/>
                    </a:lnL>
                    <a:lnR>
                      <a:noFill/>
                    </a:lnR>
                    <a:lnT>
                      <a:noFill/>
                    </a:lnT>
                    <a:lnB>
                      <a:noFill/>
                    </a:lnB>
                    <a:lnTlToBr>
                      <a:noFill/>
                    </a:lnTlToBr>
                    <a:lnBlToTr>
                      <a:noFill/>
                    </a:lnBlToTr>
                  </a:tcPr>
                </a:tc>
              </a:tr>
              <a:tr h="360000">
                <a:tc>
                  <a:txBody>
                    <a:bodyPr/>
                    <a:p>
                      <a:r>
                        <a:rPr sz="1400">
                          <a:solidFill>
                            <a:schemeClr val="accent3">
                              <a:lumMod val="50000"/>
                            </a:schemeClr>
                          </a:solidFill>
                        </a:rPr>
                        <a:t>Framework</a:t>
                      </a:r>
                      <a:endParaRPr sz="1400">
                        <a:solidFill>
                          <a:schemeClr val="accent3">
                            <a:lumMod val="50000"/>
                          </a:schemeClr>
                        </a:solidFill>
                      </a:endParaRPr>
                    </a:p>
                  </a:txBody>
                  <a:tcPr marL="0" marR="0" marT="0" marB="0" anchor="ctr" anchorCtr="0">
                    <a:lnL>
                      <a:noFill/>
                    </a:lnL>
                    <a:lnR>
                      <a:noFill/>
                    </a:lnR>
                    <a:lnT>
                      <a:noFill/>
                    </a:lnT>
                    <a:lnB>
                      <a:noFill/>
                    </a:lnB>
                    <a:lnTlToBr>
                      <a:noFill/>
                    </a:lnTlToBr>
                    <a:lnBlToTr>
                      <a:noFill/>
                    </a:lnBlToTr>
                  </a:tcPr>
                </a:tc>
                <a:tc>
                  <a:txBody>
                    <a:bodyPr/>
                    <a:p>
                      <a:r>
                        <a:rPr sz="1400">
                          <a:solidFill>
                            <a:schemeClr val="accent3">
                              <a:lumMod val="50000"/>
                            </a:schemeClr>
                          </a:solidFill>
                        </a:rPr>
                        <a:t>PyTorch / TensorFlow</a:t>
                      </a:r>
                      <a:endParaRPr sz="1400">
                        <a:solidFill>
                          <a:schemeClr val="accent3">
                            <a:lumMod val="50000"/>
                          </a:schemeClr>
                        </a:solidFill>
                      </a:endParaRPr>
                    </a:p>
                  </a:txBody>
                  <a:tcPr marL="0" marR="0" marT="0" marB="0" anchor="ctr" anchorCtr="0">
                    <a:lnL>
                      <a:noFill/>
                    </a:lnL>
                    <a:lnR>
                      <a:noFill/>
                    </a:lnR>
                    <a:lnT>
                      <a:noFill/>
                    </a:lnT>
                    <a:lnB>
                      <a:noFill/>
                    </a:lnB>
                    <a:lnTlToBr>
                      <a:noFill/>
                    </a:lnTlToBr>
                    <a:lnBlToTr>
                      <a:noFill/>
                    </a:lnBlToTr>
                  </a:tcPr>
                </a:tc>
              </a:tr>
              <a:tr h="360000">
                <a:tc>
                  <a:txBody>
                    <a:bodyPr/>
                    <a:p>
                      <a:r>
                        <a:rPr sz="1400">
                          <a:solidFill>
                            <a:schemeClr val="accent3">
                              <a:lumMod val="50000"/>
                            </a:schemeClr>
                          </a:solidFill>
                        </a:rPr>
                        <a:t>Development Environment</a:t>
                      </a:r>
                      <a:endParaRPr sz="1400">
                        <a:solidFill>
                          <a:schemeClr val="accent3">
                            <a:lumMod val="50000"/>
                          </a:schemeClr>
                        </a:solidFill>
                      </a:endParaRPr>
                    </a:p>
                  </a:txBody>
                  <a:tcPr marL="0" marR="0" marT="0" marB="0" anchor="ctr" anchorCtr="0">
                    <a:lnL>
                      <a:noFill/>
                    </a:lnL>
                    <a:lnR>
                      <a:noFill/>
                    </a:lnR>
                    <a:lnT>
                      <a:noFill/>
                    </a:lnT>
                    <a:lnB>
                      <a:noFill/>
                    </a:lnB>
                    <a:lnTlToBr>
                      <a:noFill/>
                    </a:lnTlToBr>
                    <a:lnBlToTr>
                      <a:noFill/>
                    </a:lnBlToTr>
                  </a:tcPr>
                </a:tc>
                <a:tc>
                  <a:txBody>
                    <a:bodyPr/>
                    <a:p>
                      <a:r>
                        <a:rPr sz="1400">
                          <a:solidFill>
                            <a:schemeClr val="accent3">
                              <a:lumMod val="50000"/>
                            </a:schemeClr>
                          </a:solidFill>
                        </a:rPr>
                        <a:t>Jupyter Notebook / Google Colab</a:t>
                      </a:r>
                      <a:endParaRPr sz="1400">
                        <a:solidFill>
                          <a:schemeClr val="accent3">
                            <a:lumMod val="50000"/>
                          </a:schemeClr>
                        </a:solidFill>
                      </a:endParaRPr>
                    </a:p>
                  </a:txBody>
                  <a:tcPr marL="0" marR="0" marT="0" marB="0" anchor="ctr" anchorCtr="0">
                    <a:lnL>
                      <a:noFill/>
                    </a:lnL>
                    <a:lnR>
                      <a:noFill/>
                    </a:lnR>
                    <a:lnT>
                      <a:noFill/>
                    </a:lnT>
                    <a:lnB>
                      <a:noFill/>
                    </a:lnB>
                    <a:lnTlToBr>
                      <a:noFill/>
                    </a:lnTlToBr>
                    <a:lnBlToTr>
                      <a:noFill/>
                    </a:lnBlToTr>
                  </a:tcPr>
                </a:tc>
              </a:tr>
              <a:tr h="360000">
                <a:tc>
                  <a:txBody>
                    <a:bodyPr/>
                    <a:p>
                      <a:r>
                        <a:rPr sz="1400">
                          <a:solidFill>
                            <a:schemeClr val="accent3">
                              <a:lumMod val="50000"/>
                            </a:schemeClr>
                          </a:solidFill>
                        </a:rPr>
                        <a:t>Hosting</a:t>
                      </a:r>
                      <a:endParaRPr sz="1400">
                        <a:solidFill>
                          <a:schemeClr val="accent3">
                            <a:lumMod val="50000"/>
                          </a:schemeClr>
                        </a:solidFill>
                      </a:endParaRPr>
                    </a:p>
                  </a:txBody>
                  <a:tcPr marL="0" marR="0" marT="0" marB="0" anchor="ctr" anchorCtr="0">
                    <a:lnL>
                      <a:noFill/>
                    </a:lnL>
                    <a:lnR>
                      <a:noFill/>
                    </a:lnR>
                    <a:lnT>
                      <a:noFill/>
                    </a:lnT>
                    <a:lnB>
                      <a:noFill/>
                    </a:lnB>
                    <a:lnTlToBr>
                      <a:noFill/>
                    </a:lnTlToBr>
                    <a:lnBlToTr>
                      <a:noFill/>
                    </a:lnBlToTr>
                  </a:tcPr>
                </a:tc>
                <a:tc>
                  <a:txBody>
                    <a:bodyPr/>
                    <a:p>
                      <a:r>
                        <a:rPr sz="1400">
                          <a:solidFill>
                            <a:schemeClr val="accent3">
                              <a:lumMod val="50000"/>
                            </a:schemeClr>
                          </a:solidFill>
                        </a:rPr>
                        <a:t>Local System / Cloud Environment</a:t>
                      </a:r>
                      <a:endParaRPr sz="1400">
                        <a:solidFill>
                          <a:schemeClr val="accent3">
                            <a:lumMod val="50000"/>
                          </a:schemeClr>
                        </a:solidFill>
                      </a:endParaRPr>
                    </a:p>
                  </a:txBody>
                  <a:tcPr marL="0" marR="0" marT="0" marB="0" anchor="ctr" anchorCtr="0">
                    <a:lnL>
                      <a:noFill/>
                    </a:lnL>
                    <a:lnR>
                      <a:noFill/>
                    </a:lnR>
                    <a:lnT>
                      <a:noFill/>
                    </a:lnT>
                    <a:lnB>
                      <a:noFill/>
                    </a:lnB>
                    <a:lnTlToBr>
                      <a:noFill/>
                    </a:lnTlToBr>
                    <a:lnBlToTr>
                      <a:noFill/>
                    </a:lnBlToTr>
                  </a:tcPr>
                </a:tc>
              </a:tr>
            </a:tbl>
          </a:graphicData>
        </a:graphic>
      </p:graphicFrame>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2762" y="225174"/>
            <a:ext cx="8349916" cy="507365"/>
          </a:xfrm>
        </p:spPr>
        <p:txBody>
          <a:bodyPr/>
          <a:p>
            <a:r>
              <a:rPr lang="en-US" altLang="en-GB"/>
              <a:t>Work Plan</a:t>
            </a:r>
            <a:endParaRPr lang="en-US" altLang="en-GB"/>
          </a:p>
        </p:txBody>
      </p:sp>
      <p:sp>
        <p:nvSpPr>
          <p:cNvPr id="4" name="Text Placeholder 3"/>
          <p:cNvSpPr>
            <a:spLocks noGrp="1"/>
          </p:cNvSpPr>
          <p:nvPr>
            <p:ph type="body" sz="quarter" idx="12"/>
          </p:nvPr>
        </p:nvSpPr>
        <p:spPr/>
        <p:txBody>
          <a:bodyPr/>
          <a:p>
            <a:endParaRPr lang="en-GB" altLang="en-US"/>
          </a:p>
        </p:txBody>
      </p:sp>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graphicFrame>
        <p:nvGraphicFramePr>
          <p:cNvPr id="8" name="Table 7"/>
          <p:cNvGraphicFramePr/>
          <p:nvPr>
            <p:custDataLst>
              <p:tags r:id="rId1"/>
            </p:custDataLst>
          </p:nvPr>
        </p:nvGraphicFramePr>
        <p:xfrm>
          <a:off x="442595" y="1281430"/>
          <a:ext cx="8350250" cy="3318510"/>
        </p:xfrm>
        <a:graphic>
          <a:graphicData uri="http://schemas.openxmlformats.org/drawingml/2006/table">
            <a:tbl>
              <a:tblPr/>
              <a:tblGrid>
                <a:gridCol w="4175125"/>
                <a:gridCol w="4175125"/>
              </a:tblGrid>
              <a:tr h="553085">
                <a:tc>
                  <a:txBody>
                    <a:bodyPr/>
                    <a:p>
                      <a:pPr algn="ctr"/>
                      <a:r>
                        <a:rPr sz="1800" b="1">
                          <a:solidFill>
                            <a:schemeClr val="accent3">
                              <a:lumMod val="50000"/>
                            </a:schemeClr>
                          </a:solidFill>
                        </a:rPr>
                        <a:t>Phase</a:t>
                      </a:r>
                      <a:endParaRPr sz="1800" b="1">
                        <a:solidFill>
                          <a:schemeClr val="accent3">
                            <a:lumMod val="50000"/>
                          </a:schemeClr>
                        </a:solidFill>
                      </a:endParaRPr>
                    </a:p>
                  </a:txBody>
                  <a:tcPr marL="0" marR="0" marT="0" marB="0" anchor="ctr" anchorCtr="0">
                    <a:lnL>
                      <a:noFill/>
                    </a:lnL>
                    <a:lnR>
                      <a:noFill/>
                    </a:lnR>
                    <a:lnT>
                      <a:noFill/>
                    </a:lnT>
                    <a:lnB>
                      <a:noFill/>
                    </a:lnB>
                    <a:noFill/>
                  </a:tcPr>
                </a:tc>
                <a:tc>
                  <a:txBody>
                    <a:bodyPr/>
                    <a:p>
                      <a:pPr algn="ctr"/>
                      <a:r>
                        <a:rPr sz="1800" b="1">
                          <a:solidFill>
                            <a:schemeClr val="accent3">
                              <a:lumMod val="50000"/>
                            </a:schemeClr>
                          </a:solidFill>
                        </a:rPr>
                        <a:t>Task</a:t>
                      </a:r>
                      <a:endParaRPr sz="1800" b="1">
                        <a:solidFill>
                          <a:schemeClr val="accent3">
                            <a:lumMod val="50000"/>
                          </a:schemeClr>
                        </a:solidFill>
                      </a:endParaRPr>
                    </a:p>
                  </a:txBody>
                  <a:tcPr marL="0" marR="0" marT="0" marB="0" anchor="ctr" anchorCtr="0">
                    <a:lnL>
                      <a:noFill/>
                    </a:lnL>
                    <a:lnR>
                      <a:noFill/>
                    </a:lnR>
                    <a:lnT>
                      <a:noFill/>
                    </a:lnT>
                    <a:lnB>
                      <a:noFill/>
                    </a:lnB>
                    <a:noFill/>
                  </a:tcPr>
                </a:tc>
              </a:tr>
              <a:tr h="553085">
                <a:tc>
                  <a:txBody>
                    <a:bodyPr/>
                    <a:p>
                      <a:r>
                        <a:rPr sz="1800">
                          <a:solidFill>
                            <a:schemeClr val="accent3">
                              <a:lumMod val="50000"/>
                            </a:schemeClr>
                          </a:solidFill>
                        </a:rPr>
                        <a:t>Phase 1</a:t>
                      </a:r>
                      <a:endParaRPr sz="1800">
                        <a:solidFill>
                          <a:schemeClr val="accent3">
                            <a:lumMod val="50000"/>
                          </a:schemeClr>
                        </a:solidFill>
                      </a:endParaRPr>
                    </a:p>
                  </a:txBody>
                  <a:tcPr marL="0" marR="0" marT="0" marB="0" anchor="ctr" anchorCtr="0">
                    <a:lnL>
                      <a:noFill/>
                    </a:lnL>
                    <a:lnR>
                      <a:noFill/>
                    </a:lnR>
                    <a:lnT>
                      <a:noFill/>
                    </a:lnT>
                    <a:lnB>
                      <a:noFill/>
                    </a:lnB>
                    <a:noFill/>
                  </a:tcPr>
                </a:tc>
                <a:tc>
                  <a:txBody>
                    <a:bodyPr/>
                    <a:p>
                      <a:r>
                        <a:rPr sz="1800">
                          <a:solidFill>
                            <a:schemeClr val="accent3">
                              <a:lumMod val="50000"/>
                            </a:schemeClr>
                          </a:solidFill>
                        </a:rPr>
                        <a:t>Problem analysis, literature review, methodology design</a:t>
                      </a:r>
                      <a:endParaRPr sz="1800">
                        <a:solidFill>
                          <a:schemeClr val="accent3">
                            <a:lumMod val="50000"/>
                          </a:schemeClr>
                        </a:solidFill>
                      </a:endParaRPr>
                    </a:p>
                  </a:txBody>
                  <a:tcPr marL="0" marR="0" marT="0" marB="0" anchor="ctr" anchorCtr="0">
                    <a:lnL>
                      <a:noFill/>
                    </a:lnL>
                    <a:lnR>
                      <a:noFill/>
                    </a:lnR>
                    <a:lnT>
                      <a:noFill/>
                    </a:lnT>
                    <a:lnB>
                      <a:noFill/>
                    </a:lnB>
                    <a:noFill/>
                  </a:tcPr>
                </a:tc>
              </a:tr>
              <a:tr h="553085">
                <a:tc>
                  <a:txBody>
                    <a:bodyPr/>
                    <a:p>
                      <a:r>
                        <a:rPr sz="1800">
                          <a:solidFill>
                            <a:schemeClr val="accent3">
                              <a:lumMod val="50000"/>
                            </a:schemeClr>
                          </a:solidFill>
                        </a:rPr>
                        <a:t>Phase 2</a:t>
                      </a:r>
                      <a:endParaRPr sz="1800">
                        <a:solidFill>
                          <a:schemeClr val="accent3">
                            <a:lumMod val="50000"/>
                          </a:schemeClr>
                        </a:solidFill>
                      </a:endParaRPr>
                    </a:p>
                  </a:txBody>
                  <a:tcPr marL="0" marR="0" marT="0" marB="0" anchor="ctr" anchorCtr="0">
                    <a:lnL>
                      <a:noFill/>
                    </a:lnL>
                    <a:lnR>
                      <a:noFill/>
                    </a:lnR>
                    <a:lnT>
                      <a:noFill/>
                    </a:lnT>
                    <a:lnB>
                      <a:noFill/>
                    </a:lnB>
                    <a:noFill/>
                  </a:tcPr>
                </a:tc>
                <a:tc>
                  <a:txBody>
                    <a:bodyPr/>
                    <a:p>
                      <a:r>
                        <a:rPr sz="1800">
                          <a:solidFill>
                            <a:schemeClr val="accent3">
                              <a:lumMod val="50000"/>
                            </a:schemeClr>
                          </a:solidFill>
                        </a:rPr>
                        <a:t>Dataset selection and system architecture design</a:t>
                      </a:r>
                      <a:endParaRPr sz="1800">
                        <a:solidFill>
                          <a:schemeClr val="accent3">
                            <a:lumMod val="50000"/>
                          </a:schemeClr>
                        </a:solidFill>
                      </a:endParaRPr>
                    </a:p>
                  </a:txBody>
                  <a:tcPr marL="0" marR="0" marT="0" marB="0" anchor="ctr" anchorCtr="0">
                    <a:lnL>
                      <a:noFill/>
                    </a:lnL>
                    <a:lnR>
                      <a:noFill/>
                    </a:lnR>
                    <a:lnT>
                      <a:noFill/>
                    </a:lnT>
                    <a:lnB>
                      <a:noFill/>
                    </a:lnB>
                    <a:noFill/>
                  </a:tcPr>
                </a:tc>
              </a:tr>
              <a:tr h="553085">
                <a:tc>
                  <a:txBody>
                    <a:bodyPr/>
                    <a:p>
                      <a:r>
                        <a:rPr sz="1800">
                          <a:solidFill>
                            <a:schemeClr val="accent3">
                              <a:lumMod val="50000"/>
                            </a:schemeClr>
                          </a:solidFill>
                        </a:rPr>
                        <a:t>Phase 3</a:t>
                      </a:r>
                      <a:endParaRPr sz="1800">
                        <a:solidFill>
                          <a:schemeClr val="accent3">
                            <a:lumMod val="50000"/>
                          </a:schemeClr>
                        </a:solidFill>
                      </a:endParaRPr>
                    </a:p>
                  </a:txBody>
                  <a:tcPr marL="0" marR="0" marT="0" marB="0" anchor="ctr" anchorCtr="0">
                    <a:lnL>
                      <a:noFill/>
                    </a:lnL>
                    <a:lnR>
                      <a:noFill/>
                    </a:lnR>
                    <a:lnT>
                      <a:noFill/>
                    </a:lnT>
                    <a:lnB>
                      <a:noFill/>
                    </a:lnB>
                    <a:noFill/>
                  </a:tcPr>
                </a:tc>
                <a:tc>
                  <a:txBody>
                    <a:bodyPr/>
                    <a:p>
                      <a:r>
                        <a:rPr sz="1800">
                          <a:solidFill>
                            <a:schemeClr val="accent3">
                              <a:lumMod val="50000"/>
                            </a:schemeClr>
                          </a:solidFill>
                        </a:rPr>
                        <a:t>Model implementation and training</a:t>
                      </a:r>
                      <a:endParaRPr sz="1800">
                        <a:solidFill>
                          <a:schemeClr val="accent3">
                            <a:lumMod val="50000"/>
                          </a:schemeClr>
                        </a:solidFill>
                      </a:endParaRPr>
                    </a:p>
                  </a:txBody>
                  <a:tcPr marL="0" marR="0" marT="0" marB="0" anchor="ctr" anchorCtr="0">
                    <a:lnL>
                      <a:noFill/>
                    </a:lnL>
                    <a:lnR>
                      <a:noFill/>
                    </a:lnR>
                    <a:lnT>
                      <a:noFill/>
                    </a:lnT>
                    <a:lnB>
                      <a:noFill/>
                    </a:lnB>
                    <a:noFill/>
                  </a:tcPr>
                </a:tc>
              </a:tr>
              <a:tr h="553085">
                <a:tc>
                  <a:txBody>
                    <a:bodyPr/>
                    <a:p>
                      <a:r>
                        <a:rPr sz="1800">
                          <a:solidFill>
                            <a:schemeClr val="accent3">
                              <a:lumMod val="50000"/>
                            </a:schemeClr>
                          </a:solidFill>
                        </a:rPr>
                        <a:t>Phase 4</a:t>
                      </a:r>
                      <a:endParaRPr sz="1800">
                        <a:solidFill>
                          <a:schemeClr val="accent3">
                            <a:lumMod val="50000"/>
                          </a:schemeClr>
                        </a:solidFill>
                      </a:endParaRPr>
                    </a:p>
                  </a:txBody>
                  <a:tcPr marL="0" marR="0" marT="0" marB="0" anchor="ctr" anchorCtr="0">
                    <a:lnL>
                      <a:noFill/>
                    </a:lnL>
                    <a:lnR>
                      <a:noFill/>
                    </a:lnR>
                    <a:lnT>
                      <a:noFill/>
                    </a:lnT>
                    <a:lnB>
                      <a:noFill/>
                    </a:lnB>
                    <a:noFill/>
                  </a:tcPr>
                </a:tc>
                <a:tc>
                  <a:txBody>
                    <a:bodyPr/>
                    <a:p>
                      <a:r>
                        <a:rPr sz="1800">
                          <a:solidFill>
                            <a:schemeClr val="accent3">
                              <a:lumMod val="50000"/>
                            </a:schemeClr>
                          </a:solidFill>
                        </a:rPr>
                        <a:t>System integration with backend and web interface</a:t>
                      </a:r>
                      <a:endParaRPr sz="1800">
                        <a:solidFill>
                          <a:schemeClr val="accent3">
                            <a:lumMod val="50000"/>
                          </a:schemeClr>
                        </a:solidFill>
                      </a:endParaRPr>
                    </a:p>
                  </a:txBody>
                  <a:tcPr marL="0" marR="0" marT="0" marB="0" anchor="ctr" anchorCtr="0">
                    <a:lnL>
                      <a:noFill/>
                    </a:lnL>
                    <a:lnR>
                      <a:noFill/>
                    </a:lnR>
                    <a:lnT>
                      <a:noFill/>
                    </a:lnT>
                    <a:lnB>
                      <a:noFill/>
                    </a:lnB>
                    <a:noFill/>
                  </a:tcPr>
                </a:tc>
              </a:tr>
              <a:tr h="553085">
                <a:tc>
                  <a:txBody>
                    <a:bodyPr/>
                    <a:p>
                      <a:r>
                        <a:rPr sz="1800">
                          <a:solidFill>
                            <a:schemeClr val="accent3">
                              <a:lumMod val="50000"/>
                            </a:schemeClr>
                          </a:solidFill>
                        </a:rPr>
                        <a:t>Phase 5</a:t>
                      </a:r>
                      <a:endParaRPr sz="1800">
                        <a:solidFill>
                          <a:schemeClr val="accent3">
                            <a:lumMod val="50000"/>
                          </a:schemeClr>
                        </a:solidFill>
                      </a:endParaRPr>
                    </a:p>
                  </a:txBody>
                  <a:tcPr marL="0" marR="0" marT="0" marB="0" anchor="ctr" anchorCtr="0">
                    <a:lnL>
                      <a:noFill/>
                    </a:lnL>
                    <a:lnR>
                      <a:noFill/>
                    </a:lnR>
                    <a:lnT>
                      <a:noFill/>
                    </a:lnT>
                    <a:lnB>
                      <a:noFill/>
                    </a:lnB>
                    <a:noFill/>
                  </a:tcPr>
                </a:tc>
                <a:tc>
                  <a:txBody>
                    <a:bodyPr/>
                    <a:p>
                      <a:r>
                        <a:rPr sz="1800">
                          <a:solidFill>
                            <a:schemeClr val="accent3">
                              <a:lumMod val="50000"/>
                            </a:schemeClr>
                          </a:solidFill>
                        </a:rPr>
                        <a:t>Testing, evaluation, and result analysis</a:t>
                      </a:r>
                      <a:endParaRPr sz="1800">
                        <a:solidFill>
                          <a:schemeClr val="accent3">
                            <a:lumMod val="50000"/>
                          </a:schemeClr>
                        </a:solidFill>
                      </a:endParaRPr>
                    </a:p>
                  </a:txBody>
                  <a:tcPr marL="0" marR="0" marT="0" marB="0" anchor="ctr" anchorCtr="0">
                    <a:lnL>
                      <a:noFill/>
                    </a:lnL>
                    <a:lnR>
                      <a:noFill/>
                    </a:lnR>
                    <a:lnT>
                      <a:noFill/>
                    </a:lnT>
                    <a:lnB>
                      <a:noFill/>
                    </a:lnB>
                    <a:noFill/>
                  </a:tcPr>
                </a:tc>
              </a:tr>
            </a:tbl>
          </a:graphicData>
        </a:graphic>
      </p:graphicFrame>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2762" y="225174"/>
            <a:ext cx="8349916" cy="507365"/>
          </a:xfrm>
        </p:spPr>
        <p:txBody>
          <a:bodyPr/>
          <a:p>
            <a:r>
              <a:rPr lang="en-US" altLang="en-GB"/>
              <a:t>Innovation</a:t>
            </a:r>
            <a:endParaRPr lang="en-US" altLang="en-GB"/>
          </a:p>
        </p:txBody>
      </p:sp>
      <p:sp>
        <p:nvSpPr>
          <p:cNvPr id="3" name="Content Placeholder 2"/>
          <p:cNvSpPr>
            <a:spLocks noGrp="1"/>
          </p:cNvSpPr>
          <p:nvPr>
            <p:ph idx="1"/>
          </p:nvPr>
        </p:nvSpPr>
        <p:spPr/>
        <p:txBody>
          <a:bodyPr/>
          <a:p>
            <a:r>
              <a:rPr lang="en-US" altLang="en-GB" b="1">
                <a:solidFill>
                  <a:schemeClr val="accent3">
                    <a:lumMod val="50000"/>
                  </a:schemeClr>
                </a:solidFill>
              </a:rPr>
              <a:t>Dysarthric Speech Focus</a:t>
            </a:r>
            <a:r>
              <a:rPr lang="en-GB" altLang="en-US" b="1">
                <a:solidFill>
                  <a:schemeClr val="accent3">
                    <a:lumMod val="50000"/>
                  </a:schemeClr>
                </a:solidFill>
              </a:rPr>
              <a:t> : </a:t>
            </a:r>
            <a:r>
              <a:rPr lang="en-US" altLang="en-GB">
                <a:solidFill>
                  <a:schemeClr val="accent3">
                    <a:lumMod val="50000"/>
                  </a:schemeClr>
                </a:solidFill>
              </a:rPr>
              <a:t>The system is specifically designed to recognize dysarthric speech patterns, unlike conventional ASR systems trained only on normal speech.</a:t>
            </a:r>
            <a:endParaRPr lang="en-US" altLang="en-GB">
              <a:solidFill>
                <a:schemeClr val="accent3">
                  <a:lumMod val="50000"/>
                </a:schemeClr>
              </a:solidFill>
            </a:endParaRPr>
          </a:p>
          <a:p>
            <a:r>
              <a:rPr lang="en-US" altLang="en-GB" b="1">
                <a:solidFill>
                  <a:schemeClr val="accent3">
                    <a:lumMod val="50000"/>
                  </a:schemeClr>
                </a:solidFill>
              </a:rPr>
              <a:t>Use of Deep Learning for Pathological Speech Recognition</a:t>
            </a:r>
            <a:r>
              <a:rPr lang="en-GB" altLang="en-US" b="1">
                <a:solidFill>
                  <a:schemeClr val="accent3">
                    <a:lumMod val="50000"/>
                  </a:schemeClr>
                </a:solidFill>
              </a:rPr>
              <a:t> :</a:t>
            </a:r>
            <a:r>
              <a:rPr lang="en-GB" altLang="en-US">
                <a:solidFill>
                  <a:schemeClr val="accent3">
                    <a:lumMod val="50000"/>
                  </a:schemeClr>
                </a:solidFill>
              </a:rPr>
              <a:t> </a:t>
            </a:r>
            <a:r>
              <a:rPr lang="en-US" altLang="en-GB">
                <a:solidFill>
                  <a:schemeClr val="accent3">
                    <a:lumMod val="50000"/>
                  </a:schemeClr>
                </a:solidFill>
              </a:rPr>
              <a:t>Deep learning models are employed to learn complex variations and irregular articulation patterns present in dysarthric speech.</a:t>
            </a:r>
            <a:endParaRPr lang="en-US" altLang="en-GB">
              <a:solidFill>
                <a:schemeClr val="accent3">
                  <a:lumMod val="50000"/>
                </a:schemeClr>
              </a:solidFill>
            </a:endParaRPr>
          </a:p>
          <a:p>
            <a:r>
              <a:rPr lang="en-US" altLang="en-GB" b="1">
                <a:solidFill>
                  <a:schemeClr val="accent3">
                    <a:lumMod val="50000"/>
                  </a:schemeClr>
                </a:solidFill>
              </a:rPr>
              <a:t>Noise-Reduced Dysarthric Dataset Utilization</a:t>
            </a:r>
            <a:r>
              <a:rPr lang="en-GB" altLang="en-US" b="1">
                <a:solidFill>
                  <a:schemeClr val="accent3">
                    <a:lumMod val="50000"/>
                  </a:schemeClr>
                </a:solidFill>
              </a:rPr>
              <a:t> :</a:t>
            </a:r>
            <a:r>
              <a:rPr lang="en-GB" altLang="en-US">
                <a:solidFill>
                  <a:schemeClr val="accent3">
                    <a:lumMod val="50000"/>
                  </a:schemeClr>
                </a:solidFill>
              </a:rPr>
              <a:t> </a:t>
            </a:r>
            <a:r>
              <a:rPr lang="en-US" altLang="en-GB">
                <a:solidFill>
                  <a:schemeClr val="accent3">
                    <a:lumMod val="50000"/>
                  </a:schemeClr>
                </a:solidFill>
              </a:rPr>
              <a:t>The system uses a noise-reduced dysarthric speech dataset, improving model training quality and recognition performance.</a:t>
            </a:r>
            <a:endParaRPr lang="en-US" altLang="en-GB">
              <a:solidFill>
                <a:schemeClr val="accent3">
                  <a:lumMod val="50000"/>
                </a:schemeClr>
              </a:solidFill>
            </a:endParaRPr>
          </a:p>
        </p:txBody>
      </p:sp>
      <p:sp>
        <p:nvSpPr>
          <p:cNvPr id="4" name="Text Placeholder 3"/>
          <p:cNvSpPr>
            <a:spLocks noGrp="1"/>
          </p:cNvSpPr>
          <p:nvPr>
            <p:ph type="body" sz="quarter" idx="12"/>
          </p:nvPr>
        </p:nvSpPr>
        <p:spPr/>
        <p:txBody>
          <a:bodyPr/>
          <a:p>
            <a:endParaRPr lang="en-GB" altLang="en-US"/>
          </a:p>
        </p:txBody>
      </p:sp>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2762" y="225174"/>
            <a:ext cx="8349916" cy="507365"/>
          </a:xfrm>
        </p:spPr>
        <p:txBody>
          <a:bodyPr/>
          <a:p>
            <a:r>
              <a:rPr lang="en-US" altLang="en-GB"/>
              <a:t>Expected Results</a:t>
            </a:r>
            <a:endParaRPr lang="en-US" altLang="en-GB"/>
          </a:p>
        </p:txBody>
      </p:sp>
      <p:sp>
        <p:nvSpPr>
          <p:cNvPr id="3" name="Content Placeholder 2"/>
          <p:cNvSpPr>
            <a:spLocks noGrp="1"/>
          </p:cNvSpPr>
          <p:nvPr>
            <p:ph idx="1"/>
          </p:nvPr>
        </p:nvSpPr>
        <p:spPr/>
        <p:txBody>
          <a:bodyPr/>
          <a:p>
            <a:pPr algn="l"/>
            <a:r>
              <a:rPr lang="en-GB" altLang="en-US" b="1">
                <a:solidFill>
                  <a:schemeClr val="accent3">
                    <a:lumMod val="50000"/>
                  </a:schemeClr>
                </a:solidFill>
              </a:rPr>
              <a:t>I</a:t>
            </a:r>
            <a:r>
              <a:rPr lang="en-US" altLang="en-GB" b="1">
                <a:solidFill>
                  <a:schemeClr val="accent3">
                    <a:lumMod val="50000"/>
                  </a:schemeClr>
                </a:solidFill>
              </a:rPr>
              <a:t>mproved Speech Recognition Accuracy</a:t>
            </a:r>
            <a:r>
              <a:rPr lang="en-GB" altLang="en-US" b="1">
                <a:solidFill>
                  <a:schemeClr val="accent3">
                    <a:lumMod val="50000"/>
                  </a:schemeClr>
                </a:solidFill>
              </a:rPr>
              <a:t> : </a:t>
            </a:r>
            <a:r>
              <a:rPr lang="en-US" altLang="en-GB">
                <a:solidFill>
                  <a:schemeClr val="accent3">
                    <a:lumMod val="50000"/>
                  </a:schemeClr>
                </a:solidFill>
              </a:rPr>
              <a:t>The deep learning model is expected to achieve better transcription accuracy for dysarthric speech compared to conventional ASR systems.</a:t>
            </a:r>
            <a:endParaRPr lang="en-US" altLang="en-GB">
              <a:solidFill>
                <a:schemeClr val="accent3">
                  <a:lumMod val="50000"/>
                </a:schemeClr>
              </a:solidFill>
            </a:endParaRPr>
          </a:p>
          <a:p>
            <a:pPr algn="l"/>
            <a:r>
              <a:rPr lang="en-US" altLang="en-GB" b="1">
                <a:solidFill>
                  <a:schemeClr val="accent3">
                    <a:lumMod val="50000"/>
                  </a:schemeClr>
                </a:solidFill>
              </a:rPr>
              <a:t>Reduction in Word Error Rate (WER)</a:t>
            </a:r>
            <a:r>
              <a:rPr lang="en-GB" altLang="en-US" b="1">
                <a:solidFill>
                  <a:schemeClr val="accent3">
                    <a:lumMod val="50000"/>
                  </a:schemeClr>
                </a:solidFill>
              </a:rPr>
              <a:t> :</a:t>
            </a:r>
            <a:r>
              <a:rPr lang="en-GB" altLang="en-US">
                <a:solidFill>
                  <a:schemeClr val="accent3">
                    <a:lumMod val="50000"/>
                  </a:schemeClr>
                </a:solidFill>
              </a:rPr>
              <a:t> </a:t>
            </a:r>
            <a:r>
              <a:rPr lang="en-US" altLang="en-GB">
                <a:solidFill>
                  <a:schemeClr val="accent3">
                    <a:lumMod val="50000"/>
                  </a:schemeClr>
                </a:solidFill>
              </a:rPr>
              <a:t>The proposed framework aims to significantly reduce word error rates when recognizing dysarthric speech.</a:t>
            </a:r>
            <a:endParaRPr lang="en-US" altLang="en-GB">
              <a:solidFill>
                <a:schemeClr val="accent3">
                  <a:lumMod val="50000"/>
                </a:schemeClr>
              </a:solidFill>
            </a:endParaRPr>
          </a:p>
          <a:p>
            <a:pPr algn="l"/>
            <a:r>
              <a:rPr lang="en-US" altLang="en-GB" b="1">
                <a:solidFill>
                  <a:schemeClr val="accent3">
                    <a:lumMod val="50000"/>
                  </a:schemeClr>
                </a:solidFill>
              </a:rPr>
              <a:t>Reliable Speech-to-Text Conversion</a:t>
            </a:r>
            <a:r>
              <a:rPr lang="en-GB" altLang="en-US" b="1">
                <a:solidFill>
                  <a:schemeClr val="accent3">
                    <a:lumMod val="50000"/>
                  </a:schemeClr>
                </a:solidFill>
              </a:rPr>
              <a:t> : </a:t>
            </a:r>
            <a:r>
              <a:rPr lang="en-US" altLang="en-GB">
                <a:solidFill>
                  <a:schemeClr val="accent3">
                    <a:lumMod val="50000"/>
                  </a:schemeClr>
                </a:solidFill>
              </a:rPr>
              <a:t>The system will convert dysarthric speech signals into readable and meaningful text outputs.</a:t>
            </a:r>
            <a:endParaRPr lang="en-US" altLang="en-GB">
              <a:solidFill>
                <a:schemeClr val="accent3">
                  <a:lumMod val="50000"/>
                </a:schemeClr>
              </a:solidFill>
            </a:endParaRPr>
          </a:p>
        </p:txBody>
      </p:sp>
      <p:sp>
        <p:nvSpPr>
          <p:cNvPr id="4" name="Text Placeholder 3"/>
          <p:cNvSpPr>
            <a:spLocks noGrp="1"/>
          </p:cNvSpPr>
          <p:nvPr>
            <p:ph type="body" sz="quarter" idx="12"/>
          </p:nvPr>
        </p:nvSpPr>
        <p:spPr/>
        <p:txBody>
          <a:bodyPr/>
          <a:p>
            <a:endParaRPr lang="en-GB" altLang="en-US"/>
          </a:p>
        </p:txBody>
      </p:sp>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2762" y="225174"/>
            <a:ext cx="8349916" cy="507365"/>
          </a:xfrm>
        </p:spPr>
        <p:txBody>
          <a:bodyPr/>
          <a:p>
            <a:r>
              <a:rPr lang="en-GB" altLang="en-US"/>
              <a:t>Conclusion</a:t>
            </a:r>
            <a:endParaRPr lang="en-GB" altLang="en-US"/>
          </a:p>
        </p:txBody>
      </p:sp>
      <p:sp>
        <p:nvSpPr>
          <p:cNvPr id="3" name="Content Placeholder 2"/>
          <p:cNvSpPr>
            <a:spLocks noGrp="1"/>
          </p:cNvSpPr>
          <p:nvPr>
            <p:ph idx="1"/>
          </p:nvPr>
        </p:nvSpPr>
        <p:spPr/>
        <p:txBody>
          <a:bodyPr/>
          <a:p>
            <a:r>
              <a:rPr lang="en-US" altLang="en-GB">
                <a:solidFill>
                  <a:schemeClr val="accent3">
                    <a:lumMod val="50000"/>
                  </a:schemeClr>
                </a:solidFill>
              </a:rPr>
              <a:t>The project proposes a deep learning–based speech-to-text framework designed specifically for dysarthric speech recognition.</a:t>
            </a:r>
            <a:endParaRPr lang="en-US" altLang="en-GB">
              <a:solidFill>
                <a:schemeClr val="accent3">
                  <a:lumMod val="50000"/>
                </a:schemeClr>
              </a:solidFill>
            </a:endParaRPr>
          </a:p>
          <a:p>
            <a:r>
              <a:rPr lang="en-US" altLang="en-GB">
                <a:solidFill>
                  <a:schemeClr val="accent3">
                    <a:lumMod val="50000"/>
                  </a:schemeClr>
                </a:solidFill>
              </a:rPr>
              <a:t>By utilizing dysarthric speech datasets, preprocessing techniques, and deep learning models, the system aims to improve transcription accuracy.</a:t>
            </a:r>
            <a:endParaRPr lang="en-US" altLang="en-GB">
              <a:solidFill>
                <a:schemeClr val="accent3">
                  <a:lumMod val="50000"/>
                </a:schemeClr>
              </a:solidFill>
            </a:endParaRPr>
          </a:p>
          <a:p>
            <a:r>
              <a:rPr lang="en-US" altLang="en-GB">
                <a:solidFill>
                  <a:schemeClr val="accent3">
                    <a:lumMod val="50000"/>
                  </a:schemeClr>
                </a:solidFill>
              </a:rPr>
              <a:t>The proposed framework can support assistive communication technologies for individuals with speech impairments.</a:t>
            </a:r>
            <a:endParaRPr lang="en-US" altLang="en-GB">
              <a:solidFill>
                <a:schemeClr val="accent3">
                  <a:lumMod val="50000"/>
                </a:schemeClr>
              </a:solidFill>
            </a:endParaRPr>
          </a:p>
          <a:p>
            <a:r>
              <a:rPr lang="en-US" altLang="en-GB">
                <a:solidFill>
                  <a:schemeClr val="accent3">
                    <a:lumMod val="50000"/>
                  </a:schemeClr>
                </a:solidFill>
              </a:rPr>
              <a:t>The system also provides a scalable foundation for future research in pathological speech recognition and accessibility technologies.</a:t>
            </a:r>
            <a:endParaRPr lang="en-US" altLang="en-GB">
              <a:solidFill>
                <a:schemeClr val="accent3">
                  <a:lumMod val="50000"/>
                </a:schemeClr>
              </a:solidFill>
            </a:endParaRPr>
          </a:p>
        </p:txBody>
      </p:sp>
      <p:sp>
        <p:nvSpPr>
          <p:cNvPr id="4" name="Text Placeholder 3"/>
          <p:cNvSpPr>
            <a:spLocks noGrp="1"/>
          </p:cNvSpPr>
          <p:nvPr>
            <p:ph type="body" sz="quarter" idx="12"/>
          </p:nvPr>
        </p:nvSpPr>
        <p:spPr/>
        <p:txBody>
          <a:bodyPr/>
          <a:p>
            <a:endParaRPr lang="en-GB" altLang="en-US"/>
          </a:p>
        </p:txBody>
      </p:sp>
      <p:sp>
        <p:nvSpPr>
          <p:cNvPr id="5" name="Slide Number Placeholder 4"/>
          <p:cNvSpPr>
            <a:spLocks noGrp="1"/>
          </p:cNvSpPr>
          <p:nvPr>
            <p:ph type="sldNum" sz="quarter" idx="4"/>
          </p:nvPr>
        </p:nvSpPr>
        <p:spPr/>
        <p:txBody>
          <a:bodyPr/>
          <a:p>
            <a:fld id="{4B327F5A-7D8F-4012-9A1A-2197D74A174F}" type="slidenum">
              <a:rPr lang="en-IN" smtClean="0"/>
            </a:fld>
            <a:endParaRPr lang="en-IN"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itle 5"/>
          <p:cNvSpPr>
            <a:spLocks noGrp="1"/>
          </p:cNvSpPr>
          <p:nvPr>
            <p:ph type="ctrTitle"/>
          </p:nvPr>
        </p:nvSpPr>
        <p:spPr>
          <a:xfrm>
            <a:off x="1036637" y="2445200"/>
            <a:ext cx="6950076" cy="516255"/>
          </a:xfrm>
        </p:spPr>
        <p:txBody>
          <a:bodyPr/>
          <a:p>
            <a:r>
              <a:rPr lang="en-GB" altLang="en-US" b="1">
                <a:solidFill>
                  <a:schemeClr val="accent3">
                    <a:lumMod val="50000"/>
                  </a:schemeClr>
                </a:solidFill>
              </a:rPr>
              <a:t>THANK YOU</a:t>
            </a:r>
            <a:endParaRPr lang="en-GB" altLang="en-US" b="1">
              <a:solidFill>
                <a:schemeClr val="accent3">
                  <a:lumMod val="50000"/>
                </a:schemeClr>
              </a:solidFill>
            </a:endParaRPr>
          </a:p>
        </p:txBody>
      </p:sp>
      <p:sp>
        <p:nvSpPr>
          <p:cNvPr id="5" name="Slide Number Placeholder 4"/>
          <p:cNvSpPr>
            <a:spLocks noGrp="1"/>
          </p:cNvSpPr>
          <p:nvPr>
            <p:ph type="sldNum" sz="quarter" idx="10"/>
          </p:nvPr>
        </p:nvSpPr>
        <p:spPr/>
        <p:txBody>
          <a:bodyPr/>
          <a:p>
            <a:fld id="{4B327F5A-7D8F-4012-9A1A-2197D74A174F}" type="slidenum">
              <a:rPr lang="en-IN" smtClean="0"/>
            </a:fld>
            <a:endParaRPr lang="en-IN" dirty="0"/>
          </a:p>
        </p:txBody>
      </p:sp>
    </p:spTree>
  </p:cSld>
  <p:clrMapOvr>
    <a:masterClrMapping/>
  </p:clrMapOvr>
  <p:transition>
    <p:fade/>
  </p:transition>
</p:sld>
</file>

<file path=ppt/tags/tag1.xml><?xml version="1.0" encoding="utf-8"?>
<p:tagLst xmlns:p="http://schemas.openxmlformats.org/presentationml/2006/main">
  <p:tag name="TABLE_ENDDRAG_ORIGIN_RECT" val="447*187"/>
  <p:tag name="TABLE_ENDDRAG_RECT" val="168*202*447*187"/>
</p:tagLst>
</file>

<file path=ppt/tags/tag2.xml><?xml version="1.0" encoding="utf-8"?>
<p:tagLst xmlns:p="http://schemas.openxmlformats.org/presentationml/2006/main">
  <p:tag name="TABLE_ENDDRAG_ORIGIN_RECT" val="657*261"/>
  <p:tag name="TABLE_ENDDRAG_RECT" val="34*100*657*261"/>
</p:tagLst>
</file>

<file path=ppt/theme/theme1.xml><?xml version="1.0" encoding="utf-8"?>
<a:theme xmlns:a="http://schemas.openxmlformats.org/drawingml/2006/main" name="MC Powerpoint Template">
  <a:themeElements>
    <a:clrScheme name="Custom 1">
      <a:dk1>
        <a:srgbClr val="005094"/>
      </a:dk1>
      <a:lt1>
        <a:srgbClr val="FFFFFF"/>
      </a:lt1>
      <a:dk2>
        <a:srgbClr val="FFFFFF"/>
      </a:dk2>
      <a:lt2>
        <a:srgbClr val="FFFFFF"/>
      </a:lt2>
      <a:accent1>
        <a:srgbClr val="005094"/>
      </a:accent1>
      <a:accent2>
        <a:srgbClr val="525252"/>
      </a:accent2>
      <a:accent3>
        <a:srgbClr val="525252"/>
      </a:accent3>
      <a:accent4>
        <a:srgbClr val="005094"/>
      </a:accent4>
      <a:accent5>
        <a:srgbClr val="525252"/>
      </a:accent5>
      <a:accent6>
        <a:srgbClr val="005094"/>
      </a:accent6>
      <a:hlink>
        <a:srgbClr val="525252"/>
      </a:hlink>
      <a:folHlink>
        <a:srgbClr val="005094"/>
      </a:folHlink>
    </a:clrScheme>
    <a:fontScheme name="Montgomery College 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51237F"/>
        </a:solidFill>
        <a:ln w="19050" algn="ctr">
          <a:noFill/>
          <a:miter lim="800000"/>
        </a:ln>
      </a:spPr>
      <a:bodyPr wrap="none" rtlCol="0" anchor="ctr"/>
      <a:lstStyle>
        <a:defPPr algn="ctr">
          <a:lnSpc>
            <a:spcPct val="90000"/>
          </a:lnSpc>
          <a:defRPr sz="1600" b="1" dirty="0" err="1" smtClean="0">
            <a:solidFill>
              <a:schemeClr val="bg1"/>
            </a:solidFill>
            <a:latin typeface="+mj-lt"/>
          </a:defRPr>
        </a:defPPr>
      </a:lstStyle>
    </a:spDef>
    <a:lnDef>
      <a:spPr>
        <a:ln w="2857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auto">
        <a:noFill/>
        <a:ln w="19050" algn="ctr">
          <a:noFill/>
          <a:miter lim="800000"/>
        </a:ln>
      </a:spPr>
      <a:bodyPr wrap="square" lIns="0" tIns="0" rIns="0" bIns="0" rtlCol="0">
        <a:spAutoFit/>
      </a:bodyPr>
      <a:lstStyle>
        <a:defPPr>
          <a:defRPr sz="2000" dirty="0" err="1" smtClean="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Coalesse Palette">
      <a:dk1>
        <a:sysClr val="windowText" lastClr="000000"/>
      </a:dk1>
      <a:lt1>
        <a:sysClr val="window" lastClr="FFFFFF"/>
      </a:lt1>
      <a:dk2>
        <a:srgbClr val="342B2A"/>
      </a:dk2>
      <a:lt2>
        <a:srgbClr val="DAD6CB"/>
      </a:lt2>
      <a:accent1>
        <a:srgbClr val="E55302"/>
      </a:accent1>
      <a:accent2>
        <a:srgbClr val="5F3032"/>
      </a:accent2>
      <a:accent3>
        <a:srgbClr val="005774"/>
      </a:accent3>
      <a:accent4>
        <a:srgbClr val="9BA03C"/>
      </a:accent4>
      <a:accent5>
        <a:srgbClr val="34AA71"/>
      </a:accent5>
      <a:accent6>
        <a:srgbClr val="F3BD48"/>
      </a:accent6>
      <a:hlink>
        <a:srgbClr val="34AA71"/>
      </a:hlink>
      <a:folHlink>
        <a:srgbClr val="8C8C8C"/>
      </a:folHlink>
    </a:clrScheme>
    <a:fontScheme name="Coalesse">
      <a:majorFont>
        <a:latin typeface="Arial"/>
        <a:ea typeface=""/>
        <a:cs typeface=""/>
      </a:majorFont>
      <a:minorFont>
        <a:latin typeface="Garamon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oalesse Palette">
      <a:dk1>
        <a:sysClr val="windowText" lastClr="000000"/>
      </a:dk1>
      <a:lt1>
        <a:sysClr val="window" lastClr="FFFFFF"/>
      </a:lt1>
      <a:dk2>
        <a:srgbClr val="342B2A"/>
      </a:dk2>
      <a:lt2>
        <a:srgbClr val="DAD6CB"/>
      </a:lt2>
      <a:accent1>
        <a:srgbClr val="E55302"/>
      </a:accent1>
      <a:accent2>
        <a:srgbClr val="5F3032"/>
      </a:accent2>
      <a:accent3>
        <a:srgbClr val="005774"/>
      </a:accent3>
      <a:accent4>
        <a:srgbClr val="9BA03C"/>
      </a:accent4>
      <a:accent5>
        <a:srgbClr val="34AA71"/>
      </a:accent5>
      <a:accent6>
        <a:srgbClr val="F3BD48"/>
      </a:accent6>
      <a:hlink>
        <a:srgbClr val="34AA71"/>
      </a:hlink>
      <a:folHlink>
        <a:srgbClr val="8C8C8C"/>
      </a:folHlink>
    </a:clrScheme>
    <a:fontScheme name="Coalesse">
      <a:majorFont>
        <a:latin typeface="Arial"/>
        <a:ea typeface=""/>
        <a:cs typeface=""/>
      </a:majorFont>
      <a:minorFont>
        <a:latin typeface="Garamon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6410</Words>
  <Application>WPS Presentation</Application>
  <PresentationFormat>On-screen Show (16:9)</PresentationFormat>
  <Paragraphs>238</Paragraphs>
  <Slides>17</Slides>
  <Notes>11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17</vt:i4>
      </vt:variant>
    </vt:vector>
  </HeadingPairs>
  <TitlesOfParts>
    <vt:vector size="27" baseType="lpstr">
      <vt:lpstr>Arial</vt:lpstr>
      <vt:lpstr>SimSun</vt:lpstr>
      <vt:lpstr>Wingdings</vt:lpstr>
      <vt:lpstr>Roboto</vt:lpstr>
      <vt:lpstr>Times New Roman</vt:lpstr>
      <vt:lpstr>Microsoft YaHei</vt:lpstr>
      <vt:lpstr>Arial Unicode MS</vt:lpstr>
      <vt:lpstr>Garamond</vt:lpstr>
      <vt:lpstr>Wingdings</vt:lpstr>
      <vt:lpstr>MC Powerpoint Template</vt:lpstr>
      <vt:lpstr>STUDENT LEARNING MODELS   Review - 2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Mounika Annam</dc:creator>
  <cp:lastModifiedBy>T NAVANEETH REDDY</cp:lastModifiedBy>
  <cp:revision>122</cp:revision>
  <dcterms:created xsi:type="dcterms:W3CDTF">2016-09-09T13:34:00Z</dcterms:created>
  <dcterms:modified xsi:type="dcterms:W3CDTF">2026-03-11T18:11:32Z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C6AE7CA0469043DA962092B4883A7A0E_13</vt:lpwstr>
  </property>
  <property fmtid="{D5CDD505-2E9C-101B-9397-08002B2CF9AE}" pid="3" name="KSOProductBuildVer">
    <vt:lpwstr>2057-12.2.0.23155</vt:lpwstr>
  </property>
</Properties>
</file>